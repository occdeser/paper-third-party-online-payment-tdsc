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0" r:id="rId3"/>
    <p:sldId id="259" r:id="rId4"/>
    <p:sldId id="261" r:id="rId5"/>
    <p:sldId id="262" r:id="rId6"/>
    <p:sldId id="257" r:id="rId7"/>
    <p:sldId id="258" r:id="rId8"/>
    <p:sldId id="263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80" userDrawn="1">
          <p15:clr>
            <a:srgbClr val="A4A3A4"/>
          </p15:clr>
        </p15:guide>
        <p15:guide id="2" pos="5160" userDrawn="1">
          <p15:clr>
            <a:srgbClr val="A4A3A4"/>
          </p15:clr>
        </p15:guide>
        <p15:guide id="3" orient="horz" pos="451" userDrawn="1">
          <p15:clr>
            <a:srgbClr val="A4A3A4"/>
          </p15:clr>
        </p15:guide>
        <p15:guide id="4" pos="35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A09C"/>
    <a:srgbClr val="B5655E"/>
    <a:srgbClr val="AC2297"/>
    <a:srgbClr val="7C4461"/>
    <a:srgbClr val="BC4042"/>
    <a:srgbClr val="6F6F6F"/>
    <a:srgbClr val="A5AEB7"/>
    <a:srgbClr val="C94E65"/>
    <a:srgbClr val="B8DBB3"/>
    <a:srgbClr val="72B0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62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180" y="572"/>
      </p:cViewPr>
      <p:guideLst>
        <p:guide orient="horz" pos="3180"/>
        <p:guide pos="5160"/>
        <p:guide orient="horz" pos="451"/>
        <p:guide pos="35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2026/1/20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svg"/><Relationship Id="rId21" Type="http://schemas.openxmlformats.org/officeDocument/2006/relationships/image" Target="../media/image20.svg"/><Relationship Id="rId34" Type="http://schemas.openxmlformats.org/officeDocument/2006/relationships/image" Target="../media/image33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5" Type="http://schemas.openxmlformats.org/officeDocument/2006/relationships/image" Target="../media/image24.svg"/><Relationship Id="rId33" Type="http://schemas.openxmlformats.org/officeDocument/2006/relationships/image" Target="../media/image32.svg"/><Relationship Id="rId38" Type="http://schemas.openxmlformats.org/officeDocument/2006/relationships/image" Target="../media/image37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31" Type="http://schemas.openxmlformats.org/officeDocument/2006/relationships/image" Target="../media/image30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svg"/><Relationship Id="rId30" Type="http://schemas.openxmlformats.org/officeDocument/2006/relationships/image" Target="../media/image29.png"/><Relationship Id="rId35" Type="http://schemas.openxmlformats.org/officeDocument/2006/relationships/image" Target="../media/image34.svg"/><Relationship Id="rId8" Type="http://schemas.openxmlformats.org/officeDocument/2006/relationships/image" Target="../media/image7.png"/><Relationship Id="rId3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26" Type="http://schemas.openxmlformats.org/officeDocument/2006/relationships/image" Target="../media/image63.svg"/><Relationship Id="rId3" Type="http://schemas.openxmlformats.org/officeDocument/2006/relationships/image" Target="../media/image40.svg"/><Relationship Id="rId21" Type="http://schemas.openxmlformats.org/officeDocument/2006/relationships/image" Target="../media/image58.png"/><Relationship Id="rId7" Type="http://schemas.openxmlformats.org/officeDocument/2006/relationships/image" Target="../media/image44.svg"/><Relationship Id="rId12" Type="http://schemas.openxmlformats.org/officeDocument/2006/relationships/image" Target="../media/image49.png"/><Relationship Id="rId17" Type="http://schemas.openxmlformats.org/officeDocument/2006/relationships/image" Target="../media/image54.png"/><Relationship Id="rId25" Type="http://schemas.openxmlformats.org/officeDocument/2006/relationships/image" Target="../media/image62.png"/><Relationship Id="rId2" Type="http://schemas.openxmlformats.org/officeDocument/2006/relationships/image" Target="../media/image39.png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29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image" Target="../media/image48.svg"/><Relationship Id="rId24" Type="http://schemas.openxmlformats.org/officeDocument/2006/relationships/image" Target="../media/image61.svg"/><Relationship Id="rId5" Type="http://schemas.openxmlformats.org/officeDocument/2006/relationships/image" Target="../media/image42.svg"/><Relationship Id="rId15" Type="http://schemas.openxmlformats.org/officeDocument/2006/relationships/image" Target="../media/image52.png"/><Relationship Id="rId23" Type="http://schemas.openxmlformats.org/officeDocument/2006/relationships/image" Target="../media/image60.png"/><Relationship Id="rId28" Type="http://schemas.openxmlformats.org/officeDocument/2006/relationships/image" Target="../media/image65.svg"/><Relationship Id="rId10" Type="http://schemas.openxmlformats.org/officeDocument/2006/relationships/image" Target="../media/image47.png"/><Relationship Id="rId19" Type="http://schemas.openxmlformats.org/officeDocument/2006/relationships/image" Target="../media/image56.png"/><Relationship Id="rId4" Type="http://schemas.openxmlformats.org/officeDocument/2006/relationships/image" Target="../media/image41.png"/><Relationship Id="rId9" Type="http://schemas.openxmlformats.org/officeDocument/2006/relationships/image" Target="../media/image46.svg"/><Relationship Id="rId14" Type="http://schemas.openxmlformats.org/officeDocument/2006/relationships/image" Target="../media/image51.svg"/><Relationship Id="rId22" Type="http://schemas.openxmlformats.org/officeDocument/2006/relationships/image" Target="../media/image59.svg"/><Relationship Id="rId27" Type="http://schemas.openxmlformats.org/officeDocument/2006/relationships/image" Target="../media/image64.png"/><Relationship Id="rId30" Type="http://schemas.openxmlformats.org/officeDocument/2006/relationships/image" Target="../media/image67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svg"/><Relationship Id="rId18" Type="http://schemas.openxmlformats.org/officeDocument/2006/relationships/image" Target="../media/image68.png"/><Relationship Id="rId3" Type="http://schemas.openxmlformats.org/officeDocument/2006/relationships/image" Target="../media/image2.svg"/><Relationship Id="rId21" Type="http://schemas.openxmlformats.org/officeDocument/2006/relationships/image" Target="../media/image18.svg"/><Relationship Id="rId7" Type="http://schemas.openxmlformats.org/officeDocument/2006/relationships/image" Target="../media/image8.svg"/><Relationship Id="rId12" Type="http://schemas.openxmlformats.org/officeDocument/2006/relationships/image" Target="../media/image15.png"/><Relationship Id="rId17" Type="http://schemas.openxmlformats.org/officeDocument/2006/relationships/image" Target="../media/image30.svg"/><Relationship Id="rId2" Type="http://schemas.openxmlformats.org/officeDocument/2006/relationships/image" Target="../media/image1.png"/><Relationship Id="rId16" Type="http://schemas.openxmlformats.org/officeDocument/2006/relationships/image" Target="../media/image29.png"/><Relationship Id="rId20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0.svg"/><Relationship Id="rId5" Type="http://schemas.openxmlformats.org/officeDocument/2006/relationships/image" Target="../media/image26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19" Type="http://schemas.openxmlformats.org/officeDocument/2006/relationships/image" Target="../media/image69.svg"/><Relationship Id="rId4" Type="http://schemas.openxmlformats.org/officeDocument/2006/relationships/image" Target="../media/image25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sv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svg"/><Relationship Id="rId4" Type="http://schemas.openxmlformats.org/officeDocument/2006/relationships/image" Target="../media/image7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svg"/><Relationship Id="rId3" Type="http://schemas.openxmlformats.org/officeDocument/2006/relationships/image" Target="../media/image75.jpeg"/><Relationship Id="rId7" Type="http://schemas.openxmlformats.org/officeDocument/2006/relationships/image" Target="../media/image79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77.svg"/><Relationship Id="rId4" Type="http://schemas.openxmlformats.org/officeDocument/2006/relationships/image" Target="../media/image7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sv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12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0.svg"/><Relationship Id="rId5" Type="http://schemas.openxmlformats.org/officeDocument/2006/relationships/image" Target="../media/image26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4" Type="http://schemas.openxmlformats.org/officeDocument/2006/relationships/image" Target="../media/image25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sv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12" Type="http://schemas.openxmlformats.org/officeDocument/2006/relationships/image" Target="../media/image15.png"/><Relationship Id="rId17" Type="http://schemas.openxmlformats.org/officeDocument/2006/relationships/image" Target="../media/image36.svg"/><Relationship Id="rId2" Type="http://schemas.openxmlformats.org/officeDocument/2006/relationships/image" Target="../media/image1.png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0.svg"/><Relationship Id="rId5" Type="http://schemas.openxmlformats.org/officeDocument/2006/relationships/image" Target="../media/image26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4" Type="http://schemas.openxmlformats.org/officeDocument/2006/relationships/image" Target="../media/image25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svg"/><Relationship Id="rId18" Type="http://schemas.openxmlformats.org/officeDocument/2006/relationships/image" Target="../media/image96.png"/><Relationship Id="rId3" Type="http://schemas.openxmlformats.org/officeDocument/2006/relationships/image" Target="../media/image81.svg"/><Relationship Id="rId21" Type="http://schemas.openxmlformats.org/officeDocument/2006/relationships/image" Target="../media/image99.svg"/><Relationship Id="rId7" Type="http://schemas.openxmlformats.org/officeDocument/2006/relationships/image" Target="../media/image85.svg"/><Relationship Id="rId12" Type="http://schemas.openxmlformats.org/officeDocument/2006/relationships/image" Target="../media/image90.png"/><Relationship Id="rId17" Type="http://schemas.openxmlformats.org/officeDocument/2006/relationships/image" Target="../media/image95.svg"/><Relationship Id="rId2" Type="http://schemas.openxmlformats.org/officeDocument/2006/relationships/image" Target="../media/image41.png"/><Relationship Id="rId16" Type="http://schemas.openxmlformats.org/officeDocument/2006/relationships/image" Target="../media/image94.png"/><Relationship Id="rId20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.png"/><Relationship Id="rId11" Type="http://schemas.openxmlformats.org/officeDocument/2006/relationships/image" Target="../media/image89.svg"/><Relationship Id="rId5" Type="http://schemas.openxmlformats.org/officeDocument/2006/relationships/image" Target="../media/image83.svg"/><Relationship Id="rId15" Type="http://schemas.openxmlformats.org/officeDocument/2006/relationships/image" Target="../media/image93.svg"/><Relationship Id="rId10" Type="http://schemas.openxmlformats.org/officeDocument/2006/relationships/image" Target="../media/image88.png"/><Relationship Id="rId19" Type="http://schemas.openxmlformats.org/officeDocument/2006/relationships/image" Target="../media/image97.svg"/><Relationship Id="rId4" Type="http://schemas.openxmlformats.org/officeDocument/2006/relationships/image" Target="../media/image82.png"/><Relationship Id="rId9" Type="http://schemas.openxmlformats.org/officeDocument/2006/relationships/image" Target="../media/image87.svg"/><Relationship Id="rId14" Type="http://schemas.openxmlformats.org/officeDocument/2006/relationships/image" Target="../media/image9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/>
          <p:cNvSpPr/>
          <p:nvPr/>
        </p:nvSpPr>
        <p:spPr>
          <a:xfrm>
            <a:off x="660194" y="2124009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: 圆角 43"/>
          <p:cNvSpPr/>
          <p:nvPr/>
        </p:nvSpPr>
        <p:spPr>
          <a:xfrm>
            <a:off x="4347817" y="2072779"/>
            <a:ext cx="2954215" cy="125284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/>
          <p:cNvSpPr/>
          <p:nvPr/>
        </p:nvSpPr>
        <p:spPr>
          <a:xfrm>
            <a:off x="660194" y="3834056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8" name="图形 4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0194" y="309748"/>
            <a:ext cx="720000" cy="720000"/>
          </a:xfrm>
          <a:prstGeom prst="rect">
            <a:avLst/>
          </a:prstGeom>
        </p:spPr>
      </p:pic>
      <p:pic>
        <p:nvPicPr>
          <p:cNvPr id="50" name="图形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2090" y="309748"/>
            <a:ext cx="720000" cy="720000"/>
          </a:xfrm>
          <a:prstGeom prst="rect">
            <a:avLst/>
          </a:prstGeom>
        </p:spPr>
      </p:pic>
      <p:pic>
        <p:nvPicPr>
          <p:cNvPr id="52" name="图形 5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43986" y="309748"/>
            <a:ext cx="720000" cy="720000"/>
          </a:xfrm>
          <a:prstGeom prst="rect">
            <a:avLst/>
          </a:prstGeom>
        </p:spPr>
      </p:pic>
      <p:pic>
        <p:nvPicPr>
          <p:cNvPr id="54" name="图形 5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15882" y="309748"/>
            <a:ext cx="720000" cy="720000"/>
          </a:xfrm>
          <a:prstGeom prst="rect">
            <a:avLst/>
          </a:prstGeom>
        </p:spPr>
      </p:pic>
      <p:pic>
        <p:nvPicPr>
          <p:cNvPr id="56" name="图形 5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87778" y="309748"/>
            <a:ext cx="720000" cy="720000"/>
          </a:xfrm>
          <a:prstGeom prst="rect">
            <a:avLst/>
          </a:prstGeom>
        </p:spPr>
      </p:pic>
      <p:pic>
        <p:nvPicPr>
          <p:cNvPr id="58" name="图形 5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59674" y="309748"/>
            <a:ext cx="720000" cy="720000"/>
          </a:xfrm>
          <a:prstGeom prst="rect">
            <a:avLst/>
          </a:prstGeom>
        </p:spPr>
      </p:pic>
      <p:pic>
        <p:nvPicPr>
          <p:cNvPr id="60" name="图形 5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931570" y="309748"/>
            <a:ext cx="720000" cy="720000"/>
          </a:xfrm>
          <a:prstGeom prst="rect">
            <a:avLst/>
          </a:prstGeom>
        </p:spPr>
      </p:pic>
      <p:pic>
        <p:nvPicPr>
          <p:cNvPr id="62" name="图形 6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703466" y="309748"/>
            <a:ext cx="720000" cy="720000"/>
          </a:xfrm>
          <a:prstGeom prst="rect">
            <a:avLst/>
          </a:prstGeom>
        </p:spPr>
      </p:pic>
      <p:pic>
        <p:nvPicPr>
          <p:cNvPr id="64" name="图形 63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475362" y="309748"/>
            <a:ext cx="720000" cy="720000"/>
          </a:xfrm>
          <a:prstGeom prst="rect">
            <a:avLst/>
          </a:prstGeom>
        </p:spPr>
      </p:pic>
      <p:pic>
        <p:nvPicPr>
          <p:cNvPr id="66" name="图形 65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7247258" y="309748"/>
            <a:ext cx="720000" cy="720000"/>
          </a:xfrm>
          <a:prstGeom prst="rect">
            <a:avLst/>
          </a:prstGeom>
        </p:spPr>
      </p:pic>
      <p:pic>
        <p:nvPicPr>
          <p:cNvPr id="68" name="图形 67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019154" y="309748"/>
            <a:ext cx="720000" cy="720000"/>
          </a:xfrm>
          <a:prstGeom prst="rect">
            <a:avLst/>
          </a:prstGeom>
        </p:spPr>
      </p:pic>
      <p:pic>
        <p:nvPicPr>
          <p:cNvPr id="70" name="图形 69"/>
          <p:cNvPicPr>
            <a:picLocks noChangeAspect="1"/>
          </p:cNvPicPr>
          <p:nvPr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8791050" y="309748"/>
            <a:ext cx="720000" cy="720000"/>
          </a:xfrm>
          <a:prstGeom prst="rect">
            <a:avLst/>
          </a:prstGeom>
        </p:spPr>
      </p:pic>
      <p:pic>
        <p:nvPicPr>
          <p:cNvPr id="72" name="图形 71"/>
          <p:cNvPicPr>
            <a:picLocks noChangeAspect="1"/>
          </p:cNvPicPr>
          <p:nvPr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9562946" y="309748"/>
            <a:ext cx="720000" cy="720000"/>
          </a:xfrm>
          <a:prstGeom prst="rect">
            <a:avLst/>
          </a:prstGeom>
        </p:spPr>
      </p:pic>
      <p:pic>
        <p:nvPicPr>
          <p:cNvPr id="74" name="图形 73"/>
          <p:cNvPicPr>
            <a:picLocks noChangeAspect="1"/>
          </p:cNvPicPr>
          <p:nvPr/>
        </p:nvPicPr>
        <p:blipFill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0334842" y="309748"/>
            <a:ext cx="720000" cy="720000"/>
          </a:xfrm>
          <a:prstGeom prst="rect">
            <a:avLst/>
          </a:prstGeom>
        </p:spPr>
      </p:pic>
      <p:pic>
        <p:nvPicPr>
          <p:cNvPr id="76" name="图形 75"/>
          <p:cNvPicPr>
            <a:picLocks noChangeAspect="1"/>
          </p:cNvPicPr>
          <p:nvPr/>
        </p:nvPicPr>
        <p:blipFill>
          <a:blip r:embed="rId3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106740" y="309748"/>
            <a:ext cx="720000" cy="720000"/>
          </a:xfrm>
          <a:prstGeom prst="rect">
            <a:avLst/>
          </a:prstGeom>
        </p:spPr>
      </p:pic>
      <p:cxnSp>
        <p:nvCxnSpPr>
          <p:cNvPr id="77" name="直接连接符 76"/>
          <p:cNvCxnSpPr/>
          <p:nvPr/>
        </p:nvCxnSpPr>
        <p:spPr>
          <a:xfrm>
            <a:off x="8099953" y="2394446"/>
            <a:ext cx="1462993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/>
          <p:cNvCxnSpPr/>
          <p:nvPr/>
        </p:nvCxnSpPr>
        <p:spPr>
          <a:xfrm>
            <a:off x="8059553" y="2909864"/>
            <a:ext cx="1543792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1" name="组合 80"/>
          <p:cNvGrpSpPr>
            <a:grpSpLocks noChangeAspect="1"/>
          </p:cNvGrpSpPr>
          <p:nvPr/>
        </p:nvGrpSpPr>
        <p:grpSpPr>
          <a:xfrm>
            <a:off x="417771" y="1203981"/>
            <a:ext cx="484845" cy="479028"/>
            <a:chOff x="4445000" y="739632"/>
            <a:chExt cx="375710" cy="371203"/>
          </a:xfrm>
        </p:grpSpPr>
        <p:sp>
          <p:nvSpPr>
            <p:cNvPr id="82" name="矩形: 圆角 81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" name="矩形: 圆角 82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矩形: 圆角 83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矩形: 圆角 84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87" name="图形 86"/>
          <p:cNvPicPr>
            <a:picLocks noChangeAspect="1"/>
          </p:cNvPicPr>
          <p:nvPr/>
        </p:nvPicPr>
        <p:blipFill>
          <a:blip r:embed="rId3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1072090" y="1083495"/>
            <a:ext cx="720000" cy="720000"/>
          </a:xfrm>
          <a:prstGeom prst="rect">
            <a:avLst/>
          </a:prstGeom>
        </p:spPr>
      </p:pic>
      <p:pic>
        <p:nvPicPr>
          <p:cNvPr id="89" name="图形 88"/>
          <p:cNvPicPr>
            <a:picLocks noChangeAspect="1"/>
          </p:cNvPicPr>
          <p:nvPr/>
        </p:nvPicPr>
        <p:blipFill>
          <a:blip r:embed="rId3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843986" y="1083495"/>
            <a:ext cx="720000" cy="720000"/>
          </a:xfrm>
          <a:prstGeom prst="rect">
            <a:avLst/>
          </a:prstGeom>
        </p:spPr>
      </p:pic>
      <p:pic>
        <p:nvPicPr>
          <p:cNvPr id="90" name="图片 27" descr="浏览器"/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2527687" y="995766"/>
            <a:ext cx="860091" cy="860091"/>
          </a:xfrm>
          <a:prstGeom prst="rect">
            <a:avLst/>
          </a:prstGeom>
        </p:spPr>
      </p:pic>
      <p:pic>
        <p:nvPicPr>
          <p:cNvPr id="95" name="图形 94"/>
          <p:cNvPicPr>
            <a:picLocks noChangeAspect="1"/>
          </p:cNvPicPr>
          <p:nvPr/>
        </p:nvPicPr>
        <p:blipFill>
          <a:blip r:embed="rId3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431521" y="1113123"/>
            <a:ext cx="742734" cy="7427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3496945" y="1630045"/>
            <a:ext cx="1927225" cy="3115310"/>
          </a:xfrm>
          <a:prstGeom prst="rect">
            <a:avLst/>
          </a:prstGeom>
          <a:noFill/>
          <a:ln w="38100">
            <a:solidFill>
              <a:srgbClr val="719AA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244215" y="260731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Frontend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3719830" y="430403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PS-App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1284605" y="3621405"/>
            <a:ext cx="10471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User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972820" y="2562225"/>
            <a:ext cx="16992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Device</a:t>
            </a:r>
          </a:p>
        </p:txBody>
      </p:sp>
      <p:cxnSp>
        <p:nvCxnSpPr>
          <p:cNvPr id="23" name="直接连接符 22"/>
          <p:cNvCxnSpPr/>
          <p:nvPr/>
        </p:nvCxnSpPr>
        <p:spPr>
          <a:xfrm flipV="1">
            <a:off x="2298450" y="2145176"/>
            <a:ext cx="1192530" cy="0"/>
          </a:xfrm>
          <a:prstGeom prst="line">
            <a:avLst/>
          </a:prstGeom>
          <a:ln w="38100">
            <a:solidFill>
              <a:srgbClr val="719A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V="1">
            <a:off x="2212090" y="2448706"/>
            <a:ext cx="1416050" cy="828040"/>
          </a:xfrm>
          <a:prstGeom prst="line">
            <a:avLst/>
          </a:prstGeom>
          <a:ln w="38100">
            <a:solidFill>
              <a:srgbClr val="01010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 rot="19860000">
            <a:off x="2557145" y="2499995"/>
            <a:ext cx="669290" cy="3536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Shop</a:t>
            </a:r>
          </a:p>
        </p:txBody>
      </p:sp>
      <p:cxnSp>
        <p:nvCxnSpPr>
          <p:cNvPr id="7" name="直接连接符 6"/>
          <p:cNvCxnSpPr/>
          <p:nvPr/>
        </p:nvCxnSpPr>
        <p:spPr>
          <a:xfrm>
            <a:off x="2207645" y="3725056"/>
            <a:ext cx="1414145" cy="30734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4479255" y="2976087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5888355" y="2443480"/>
            <a:ext cx="1985010" cy="377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Server</a:t>
            </a:r>
          </a:p>
        </p:txBody>
      </p:sp>
      <p:cxnSp>
        <p:nvCxnSpPr>
          <p:cNvPr id="21" name="直接连接符 20"/>
          <p:cNvCxnSpPr/>
          <p:nvPr/>
        </p:nvCxnSpPr>
        <p:spPr>
          <a:xfrm>
            <a:off x="5528814" y="2188600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5522464" y="4110745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6027420" y="440680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PS-Server</a:t>
            </a:r>
          </a:p>
        </p:txBody>
      </p:sp>
      <p:cxnSp>
        <p:nvCxnSpPr>
          <p:cNvPr id="2" name="直接连接符 1"/>
          <p:cNvCxnSpPr/>
          <p:nvPr/>
        </p:nvCxnSpPr>
        <p:spPr>
          <a:xfrm flipV="1">
            <a:off x="7195689" y="3318900"/>
            <a:ext cx="778510" cy="791845"/>
          </a:xfrm>
          <a:prstGeom prst="line">
            <a:avLst/>
          </a:prstGeom>
          <a:ln w="19050">
            <a:solidFill>
              <a:srgbClr val="72B06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733659" y="3254765"/>
            <a:ext cx="1368000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8646795" y="325501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Funds transfer</a:t>
            </a:r>
          </a:p>
        </p:txBody>
      </p:sp>
      <p:sp>
        <p:nvSpPr>
          <p:cNvPr id="28" name="矩形 27"/>
          <p:cNvSpPr/>
          <p:nvPr/>
        </p:nvSpPr>
        <p:spPr>
          <a:xfrm>
            <a:off x="7974330" y="2764790"/>
            <a:ext cx="2907030" cy="1089660"/>
          </a:xfrm>
          <a:prstGeom prst="rect">
            <a:avLst/>
          </a:prstGeom>
          <a:noFill/>
          <a:ln w="19050">
            <a:solidFill>
              <a:srgbClr val="72B06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481195" y="3107690"/>
            <a:ext cx="709930" cy="346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SDK</a:t>
            </a:r>
          </a:p>
        </p:txBody>
      </p:sp>
      <p:cxnSp>
        <p:nvCxnSpPr>
          <p:cNvPr id="31" name="直接连接符 30"/>
          <p:cNvCxnSpPr/>
          <p:nvPr/>
        </p:nvCxnSpPr>
        <p:spPr>
          <a:xfrm>
            <a:off x="6791925" y="2970450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图形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6100" y="1749117"/>
            <a:ext cx="900000" cy="900000"/>
          </a:xfrm>
          <a:prstGeom prst="rect">
            <a:avLst/>
          </a:prstGeom>
        </p:spPr>
      </p:pic>
      <p:pic>
        <p:nvPicPr>
          <p:cNvPr id="32" name="图形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55842" y="2970613"/>
            <a:ext cx="720000" cy="720000"/>
          </a:xfrm>
          <a:prstGeom prst="rect">
            <a:avLst/>
          </a:prstGeom>
        </p:spPr>
      </p:pic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3796030" y="1948815"/>
            <a:ext cx="475615" cy="47053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grpFill/>
            <a:ln w="5715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pic>
        <p:nvPicPr>
          <p:cNvPr id="33" name="图形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15250" y="3724946"/>
            <a:ext cx="720000" cy="720000"/>
          </a:xfrm>
          <a:prstGeom prst="rect">
            <a:avLst/>
          </a:prstGeom>
        </p:spPr>
      </p:pic>
      <p:pic>
        <p:nvPicPr>
          <p:cNvPr id="34" name="图形 1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33682" y="3763681"/>
            <a:ext cx="720000" cy="720000"/>
          </a:xfrm>
          <a:prstGeom prst="rect">
            <a:avLst/>
          </a:prstGeom>
        </p:spPr>
      </p:pic>
      <p:pic>
        <p:nvPicPr>
          <p:cNvPr id="36" name="图形 1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31777" y="1830334"/>
            <a:ext cx="720000" cy="720000"/>
          </a:xfrm>
          <a:prstGeom prst="rect">
            <a:avLst/>
          </a:prstGeom>
        </p:spPr>
      </p:pic>
      <p:pic>
        <p:nvPicPr>
          <p:cNvPr id="37" name="图形 1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96011" y="2901414"/>
            <a:ext cx="720000" cy="720000"/>
          </a:xfrm>
          <a:prstGeom prst="rect">
            <a:avLst/>
          </a:prstGeom>
        </p:spPr>
      </p:pic>
      <p:pic>
        <p:nvPicPr>
          <p:cNvPr id="38" name="图形 1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016886" y="2901414"/>
            <a:ext cx="720000" cy="720000"/>
          </a:xfrm>
          <a:prstGeom prst="rect">
            <a:avLst/>
          </a:prstGeom>
        </p:spPr>
      </p:pic>
      <p:pic>
        <p:nvPicPr>
          <p:cNvPr id="39" name="图片 38" descr="序号1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19860000">
            <a:off x="2434590" y="2704465"/>
            <a:ext cx="260985" cy="260985"/>
          </a:xfrm>
          <a:prstGeom prst="rect">
            <a:avLst/>
          </a:prstGeom>
        </p:spPr>
      </p:pic>
      <p:pic>
        <p:nvPicPr>
          <p:cNvPr id="40" name="图片 39" descr="序号2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841365" y="1884680"/>
            <a:ext cx="259200" cy="259200"/>
          </a:xfrm>
          <a:prstGeom prst="rect">
            <a:avLst/>
          </a:prstGeom>
        </p:spPr>
      </p:pic>
      <p:pic>
        <p:nvPicPr>
          <p:cNvPr id="41" name="图片 40" descr="序号3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149725" y="3162300"/>
            <a:ext cx="259200" cy="2592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 rot="780000">
            <a:off x="2460227" y="3538159"/>
            <a:ext cx="1010285" cy="35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Password</a:t>
            </a:r>
          </a:p>
        </p:txBody>
      </p:sp>
      <p:pic>
        <p:nvPicPr>
          <p:cNvPr id="42" name="图片 41" descr="序号4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rot="780000">
            <a:off x="2292350" y="3455035"/>
            <a:ext cx="259200" cy="259200"/>
          </a:xfrm>
          <a:prstGeom prst="rect">
            <a:avLst/>
          </a:prstGeom>
        </p:spPr>
      </p:pic>
      <p:pic>
        <p:nvPicPr>
          <p:cNvPr id="43" name="图片 42" descr="序号5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5835015" y="3788410"/>
            <a:ext cx="259200" cy="259200"/>
          </a:xfrm>
          <a:prstGeom prst="rect">
            <a:avLst/>
          </a:prstGeom>
        </p:spPr>
      </p:pic>
      <p:pic>
        <p:nvPicPr>
          <p:cNvPr id="44" name="图片 43" descr="序号6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9274175" y="2944495"/>
            <a:ext cx="259200" cy="259200"/>
          </a:xfrm>
          <a:prstGeom prst="rect">
            <a:avLst/>
          </a:prstGeom>
        </p:spPr>
      </p:pic>
      <p:pic>
        <p:nvPicPr>
          <p:cNvPr id="45" name="图片 44" descr="序号7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428105" y="3152775"/>
            <a:ext cx="259200" cy="259200"/>
          </a:xfrm>
          <a:prstGeom prst="rect">
            <a:avLst/>
          </a:prstGeom>
        </p:spPr>
      </p:pic>
      <p:pic>
        <p:nvPicPr>
          <p:cNvPr id="46" name="图片 27" descr="浏览器"/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4468851" y="1759743"/>
            <a:ext cx="860091" cy="860091"/>
          </a:xfrm>
          <a:prstGeom prst="rect">
            <a:avLst/>
          </a:prstGeom>
        </p:spPr>
      </p:pic>
      <p:cxnSp>
        <p:nvCxnSpPr>
          <p:cNvPr id="47" name="直接连接符 46"/>
          <p:cNvCxnSpPr/>
          <p:nvPr/>
        </p:nvCxnSpPr>
        <p:spPr>
          <a:xfrm>
            <a:off x="4476080" y="1829912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60303" y="4177618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8685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37211" y="2805976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484895" y="2708360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58346" y="2769006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36830" y="177354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265623" y="4414892"/>
            <a:ext cx="51657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5763907" y="2144911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7493537" y="2623420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5741219" y="4381899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180520" y="3758687"/>
            <a:ext cx="490150" cy="34291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358586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5189023" y="2530833"/>
            <a:ext cx="0" cy="1399312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241862" y="3285954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560303" y="1505176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946605" y="1741459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73518" y="15781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47411" y="1810501"/>
            <a:ext cx="43364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941120" y="2516278"/>
            <a:ext cx="11466" cy="1317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182312" y="2988529"/>
            <a:ext cx="507027" cy="5070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任意多边形 19"/>
          <p:cNvSpPr/>
          <p:nvPr/>
        </p:nvSpPr>
        <p:spPr>
          <a:xfrm>
            <a:off x="5297170" y="2616835"/>
            <a:ext cx="171967" cy="866775"/>
          </a:xfrm>
          <a:custGeom>
            <a:avLst/>
            <a:gdLst>
              <a:gd name="connsiteX0" fmla="*/ 0 w 270"/>
              <a:gd name="connsiteY0" fmla="*/ 0 h 1365"/>
              <a:gd name="connsiteX1" fmla="*/ 258 w 270"/>
              <a:gd name="connsiteY1" fmla="*/ 566 h 1365"/>
              <a:gd name="connsiteX2" fmla="*/ 67 w 270"/>
              <a:gd name="connsiteY2" fmla="*/ 1365 h 1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1" h="1365">
                <a:moveTo>
                  <a:pt x="0" y="0"/>
                </a:moveTo>
                <a:cubicBezTo>
                  <a:pt x="108" y="95"/>
                  <a:pt x="193" y="296"/>
                  <a:pt x="258" y="566"/>
                </a:cubicBezTo>
                <a:cubicBezTo>
                  <a:pt x="324" y="837"/>
                  <a:pt x="116" y="1216"/>
                  <a:pt x="67" y="1365"/>
                </a:cubicBezTo>
              </a:path>
            </a:pathLst>
          </a:cu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2790190" y="1517015"/>
            <a:ext cx="475615" cy="47053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noFill/>
            <a:ln w="57150">
              <a:solidFill>
                <a:srgbClr val="4A5F7E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1797685" y="199898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Merchant Application</a:t>
            </a:r>
          </a:p>
        </p:txBody>
      </p:sp>
      <p:pic>
        <p:nvPicPr>
          <p:cNvPr id="33" name="图形 1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27485" y="1413546"/>
            <a:ext cx="720000" cy="72000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7147560" y="1993265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Payment Application</a:t>
            </a:r>
          </a:p>
        </p:txBody>
      </p:sp>
      <p:sp>
        <p:nvSpPr>
          <p:cNvPr id="5" name="矩形 4"/>
          <p:cNvSpPr/>
          <p:nvPr/>
        </p:nvSpPr>
        <p:spPr>
          <a:xfrm>
            <a:off x="2943225" y="2286000"/>
            <a:ext cx="180000" cy="2761615"/>
          </a:xfrm>
          <a:prstGeom prst="rect">
            <a:avLst/>
          </a:prstGeom>
          <a:solidFill>
            <a:srgbClr val="4A5F7E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8298815" y="2286000"/>
            <a:ext cx="180000" cy="2761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5624195" y="3149600"/>
            <a:ext cx="180000" cy="1889760"/>
          </a:xfrm>
          <a:prstGeom prst="rect">
            <a:avLst/>
          </a:prstGeom>
          <a:solidFill>
            <a:srgbClr val="FAA09C"/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470400" y="2016125"/>
            <a:ext cx="2471420" cy="250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Malicious Application </a:t>
            </a:r>
          </a:p>
        </p:txBody>
      </p:sp>
      <p:cxnSp>
        <p:nvCxnSpPr>
          <p:cNvPr id="12" name="直接箭头连接符 11"/>
          <p:cNvCxnSpPr/>
          <p:nvPr/>
        </p:nvCxnSpPr>
        <p:spPr>
          <a:xfrm>
            <a:off x="3207385" y="2589530"/>
            <a:ext cx="2494800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3172225" y="2547620"/>
            <a:ext cx="476250" cy="3238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S1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3801745" y="2293620"/>
            <a:ext cx="3841750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……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5" name="直接箭头连接符 14"/>
          <p:cNvCxnSpPr/>
          <p:nvPr/>
        </p:nvCxnSpPr>
        <p:spPr>
          <a:xfrm>
            <a:off x="3194050" y="3528060"/>
            <a:ext cx="2306955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文本框 24"/>
          <p:cNvSpPr txBox="1"/>
          <p:nvPr/>
        </p:nvSpPr>
        <p:spPr>
          <a:xfrm>
            <a:off x="3202940" y="3550285"/>
            <a:ext cx="229806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26" name="直接箭头连接符 25"/>
          <p:cNvCxnSpPr/>
          <p:nvPr/>
        </p:nvCxnSpPr>
        <p:spPr>
          <a:xfrm flipV="1">
            <a:off x="3202940" y="4288790"/>
            <a:ext cx="2307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8" name="文本框 27"/>
          <p:cNvSpPr txBox="1"/>
          <p:nvPr/>
        </p:nvSpPr>
        <p:spPr>
          <a:xfrm>
            <a:off x="5466080" y="2726055"/>
            <a:ext cx="480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S2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3171190" y="3184525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S3</a:t>
            </a:r>
          </a:p>
        </p:txBody>
      </p:sp>
      <p:sp>
        <p:nvSpPr>
          <p:cNvPr id="30" name="文本框 29"/>
          <p:cNvSpPr txBox="1"/>
          <p:nvPr/>
        </p:nvSpPr>
        <p:spPr>
          <a:xfrm>
            <a:off x="3171190" y="3960495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S4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3190240" y="2592705"/>
            <a:ext cx="238315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Send payment request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3328035" y="3244850"/>
            <a:ext cx="1804035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Order parameters</a:t>
            </a:r>
          </a:p>
        </p:txBody>
      </p:sp>
      <p:cxnSp>
        <p:nvCxnSpPr>
          <p:cNvPr id="16" name="直接箭头连接符 15"/>
          <p:cNvCxnSpPr/>
          <p:nvPr/>
        </p:nvCxnSpPr>
        <p:spPr>
          <a:xfrm flipV="1">
            <a:off x="5895975" y="4469130"/>
            <a:ext cx="2307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" name="文本框 17"/>
          <p:cNvSpPr txBox="1"/>
          <p:nvPr/>
        </p:nvSpPr>
        <p:spPr>
          <a:xfrm>
            <a:off x="5927725" y="4145280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S5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5963920" y="4187190"/>
            <a:ext cx="2203450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Tampered request</a:t>
            </a:r>
          </a:p>
        </p:txBody>
      </p:sp>
      <p:grpSp>
        <p:nvGrpSpPr>
          <p:cNvPr id="3" name="组合 2"/>
          <p:cNvGrpSpPr>
            <a:grpSpLocks noChangeAspect="1"/>
          </p:cNvGrpSpPr>
          <p:nvPr/>
        </p:nvGrpSpPr>
        <p:grpSpPr>
          <a:xfrm>
            <a:off x="5476240" y="1515600"/>
            <a:ext cx="475615" cy="470535"/>
            <a:chOff x="4445000" y="739632"/>
            <a:chExt cx="375710" cy="371203"/>
          </a:xfrm>
          <a:solidFill>
            <a:srgbClr val="FAA09C"/>
          </a:solidFill>
        </p:grpSpPr>
        <p:sp>
          <p:nvSpPr>
            <p:cNvPr id="8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FAA09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2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FAA09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3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noFill/>
            <a:ln w="57150">
              <a:solidFill>
                <a:srgbClr val="FAA09C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4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FAA09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pic>
        <p:nvPicPr>
          <p:cNvPr id="27" name="图片 26" descr="恶魔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53100" y="1752600"/>
            <a:ext cx="318135" cy="318135"/>
          </a:xfrm>
          <a:prstGeom prst="rect">
            <a:avLst/>
          </a:prstGeom>
        </p:spPr>
      </p:pic>
      <p:sp>
        <p:nvSpPr>
          <p:cNvPr id="31" name="文本框 30"/>
          <p:cNvSpPr txBox="1"/>
          <p:nvPr/>
        </p:nvSpPr>
        <p:spPr>
          <a:xfrm>
            <a:off x="5736590" y="2757805"/>
            <a:ext cx="143065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Hijack Request</a:t>
            </a:r>
          </a:p>
        </p:txBody>
      </p:sp>
      <p:sp>
        <p:nvSpPr>
          <p:cNvPr id="32" name="文本框 31"/>
          <p:cNvSpPr txBox="1"/>
          <p:nvPr/>
        </p:nvSpPr>
        <p:spPr>
          <a:xfrm>
            <a:off x="3105150" y="4006850"/>
            <a:ext cx="1804035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A new order</a:t>
            </a:r>
          </a:p>
        </p:txBody>
      </p:sp>
      <p:sp>
        <p:nvSpPr>
          <p:cNvPr id="34" name="文本框 33"/>
          <p:cNvSpPr txBox="1"/>
          <p:nvPr/>
        </p:nvSpPr>
        <p:spPr>
          <a:xfrm>
            <a:off x="3202940" y="4299585"/>
            <a:ext cx="229806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 b="1">
                <a:solidFill>
                  <a:srgbClr val="FAA09C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……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35" name="直接箭头连接符 34"/>
          <p:cNvCxnSpPr/>
          <p:nvPr/>
        </p:nvCxnSpPr>
        <p:spPr>
          <a:xfrm>
            <a:off x="5563235" y="2589530"/>
            <a:ext cx="2646000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9E0B5AEB-E8BD-451A-8FDB-74DDED1A7D30}"/>
              </a:ext>
            </a:extLst>
          </p:cNvPr>
          <p:cNvGrpSpPr/>
          <p:nvPr/>
        </p:nvGrpSpPr>
        <p:grpSpPr>
          <a:xfrm>
            <a:off x="1701800" y="196850"/>
            <a:ext cx="8286750" cy="5035550"/>
            <a:chOff x="1701800" y="196850"/>
            <a:chExt cx="8286750" cy="5035550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0D7F48B1-6DC2-45A5-98B6-22422F391860}"/>
                </a:ext>
              </a:extLst>
            </p:cNvPr>
            <p:cNvGrpSpPr/>
            <p:nvPr/>
          </p:nvGrpSpPr>
          <p:grpSpPr>
            <a:xfrm>
              <a:off x="1701800" y="196850"/>
              <a:ext cx="5035550" cy="5035550"/>
              <a:chOff x="1701800" y="196850"/>
              <a:chExt cx="5035550" cy="5035550"/>
            </a:xfrm>
          </p:grpSpPr>
          <p:grpSp>
            <p:nvGrpSpPr>
              <p:cNvPr id="2" name="组合 1">
                <a:extLst>
                  <a:ext uri="{FF2B5EF4-FFF2-40B4-BE49-F238E27FC236}">
                    <a16:creationId xmlns:a16="http://schemas.microsoft.com/office/drawing/2014/main" id="{0890D905-445C-4881-A01B-8C7D34DE6123}"/>
                  </a:ext>
                </a:extLst>
              </p:cNvPr>
              <p:cNvGrpSpPr/>
              <p:nvPr/>
            </p:nvGrpSpPr>
            <p:grpSpPr>
              <a:xfrm>
                <a:off x="1701800" y="196850"/>
                <a:ext cx="5035550" cy="5035550"/>
                <a:chOff x="1701800" y="196850"/>
                <a:chExt cx="5035550" cy="5035550"/>
              </a:xfrm>
            </p:grpSpPr>
            <p:pic>
              <p:nvPicPr>
                <p:cNvPr id="9" name="图片 8" descr="ef56901b-e67b-48c3-91cc-2ffb6efbef1e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701800" y="196850"/>
                  <a:ext cx="5035550" cy="5035550"/>
                </a:xfrm>
                <a:prstGeom prst="rect">
                  <a:avLst/>
                </a:prstGeom>
              </p:spPr>
            </p:pic>
            <p:pic>
              <p:nvPicPr>
                <p:cNvPr id="10" name="图片 9" descr="D:/实验研究/论文研究/支付协议/支付协议/支付模型ppt/2.jpg2"/>
                <p:cNvPicPr>
                  <a:picLocks noChangeAspect="1"/>
                </p:cNvPicPr>
                <p:nvPr/>
              </p:nvPicPr>
              <p:blipFill>
                <a:blip r:embed="rId3"/>
                <a:srcRect l="-2593" t="-2073" r="-2963" b="-1388"/>
                <a:stretch>
                  <a:fillRect/>
                </a:stretch>
              </p:blipFill>
              <p:spPr>
                <a:xfrm>
                  <a:off x="3308350" y="790575"/>
                  <a:ext cx="1809750" cy="3740150"/>
                </a:xfrm>
                <a:prstGeom prst="roundRect">
                  <a:avLst/>
                </a:prstGeom>
              </p:spPr>
            </p:pic>
          </p:grpSp>
          <p:pic>
            <p:nvPicPr>
              <p:cNvPr id="39" name="图片 38" descr="D:/实验研究/论文研究/支付协议/支付协议/支付模型ppt/序号1-01.svg序号1-01"/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t="23" b="23"/>
              <a:stretch>
                <a:fillRect/>
              </a:stretch>
            </p:blipFill>
            <p:spPr>
              <a:xfrm>
                <a:off x="4065588" y="4652599"/>
                <a:ext cx="307975" cy="307975"/>
              </a:xfrm>
              <a:prstGeom prst="rect">
                <a:avLst/>
              </a:prstGeom>
            </p:spPr>
          </p:pic>
        </p:grpSp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40B2E880-06F0-4000-9890-CDA6ADA026FC}"/>
                </a:ext>
              </a:extLst>
            </p:cNvPr>
            <p:cNvGrpSpPr/>
            <p:nvPr/>
          </p:nvGrpSpPr>
          <p:grpSpPr>
            <a:xfrm>
              <a:off x="4953000" y="196850"/>
              <a:ext cx="5035550" cy="5035550"/>
              <a:chOff x="4953000" y="196850"/>
              <a:chExt cx="5035550" cy="5035550"/>
            </a:xfrm>
          </p:grpSpPr>
          <p:grpSp>
            <p:nvGrpSpPr>
              <p:cNvPr id="14" name="组合 13"/>
              <p:cNvGrpSpPr/>
              <p:nvPr/>
            </p:nvGrpSpPr>
            <p:grpSpPr>
              <a:xfrm>
                <a:off x="4953000" y="196850"/>
                <a:ext cx="5035550" cy="5035550"/>
                <a:chOff x="920" y="310"/>
                <a:chExt cx="7930" cy="7930"/>
              </a:xfrm>
            </p:grpSpPr>
            <p:pic>
              <p:nvPicPr>
                <p:cNvPr id="15" name="图片 14" descr="ef56901b-e67b-48c3-91cc-2ffb6efbef1e"/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920" y="310"/>
                  <a:ext cx="7930" cy="7930"/>
                </a:xfrm>
                <a:prstGeom prst="rect">
                  <a:avLst/>
                </a:prstGeom>
              </p:spPr>
            </p:pic>
            <p:pic>
              <p:nvPicPr>
                <p:cNvPr id="16" name="图片 15"/>
                <p:cNvPicPr>
                  <a:picLocks noChangeAspect="1"/>
                </p:cNvPicPr>
                <p:nvPr/>
              </p:nvPicPr>
              <p:blipFill>
                <a:blip r:embed="rId6"/>
                <a:srcRect l="-3754" t="-1049" r="-3228" b="-1375"/>
                <a:stretch>
                  <a:fillRect/>
                </a:stretch>
              </p:blipFill>
              <p:spPr>
                <a:xfrm>
                  <a:off x="3440" y="1324"/>
                  <a:ext cx="2850" cy="5811"/>
                </a:xfrm>
                <a:prstGeom prst="roundRect">
                  <a:avLst/>
                </a:prstGeom>
              </p:spPr>
            </p:pic>
          </p:grpSp>
          <p:pic>
            <p:nvPicPr>
              <p:cNvPr id="40" name="图片 39" descr="D:/实验研究/论文研究/支付协议/支付协议/支付模型ppt/序号2-01.svg序号2-01"/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rcRect t="23" b="23"/>
              <a:stretch>
                <a:fillRect/>
              </a:stretch>
            </p:blipFill>
            <p:spPr>
              <a:xfrm>
                <a:off x="7316788" y="4652599"/>
                <a:ext cx="307975" cy="307975"/>
              </a:xfrm>
              <a:prstGeom prst="rect">
                <a:avLst/>
              </a:prstGeom>
            </p:spPr>
          </p:pic>
        </p:grp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3172907" y="2249270"/>
            <a:ext cx="484845" cy="479028"/>
            <a:chOff x="4445000" y="739632"/>
            <a:chExt cx="375710" cy="371203"/>
          </a:xfrm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73" name="直接连接符 72"/>
          <p:cNvCxnSpPr/>
          <p:nvPr/>
        </p:nvCxnSpPr>
        <p:spPr>
          <a:xfrm>
            <a:off x="5372604" y="2817953"/>
            <a:ext cx="0" cy="611047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片 27" descr="浏览器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920086" y="2044223"/>
            <a:ext cx="860091" cy="860091"/>
          </a:xfrm>
          <a:prstGeom prst="rect">
            <a:avLst/>
          </a:prstGeom>
        </p:spPr>
      </p:pic>
      <p:cxnSp>
        <p:nvCxnSpPr>
          <p:cNvPr id="31" name="直接连接符 30"/>
          <p:cNvCxnSpPr/>
          <p:nvPr/>
        </p:nvCxnSpPr>
        <p:spPr>
          <a:xfrm>
            <a:off x="5393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60303" y="4177618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8685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37211" y="2805976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484895" y="2708360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58346" y="2769006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36830" y="177354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265623" y="4414892"/>
            <a:ext cx="51657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5763907" y="2144911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7493537" y="2623420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5741219" y="4381899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180520" y="3758687"/>
            <a:ext cx="490150" cy="34291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358586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5189023" y="2530833"/>
            <a:ext cx="0" cy="1399312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241862" y="3285954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560303" y="1505176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946605" y="1741459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73518" y="15781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47411" y="1810501"/>
            <a:ext cx="43364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941120" y="2516278"/>
            <a:ext cx="11466" cy="1317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182312" y="2988529"/>
            <a:ext cx="507027" cy="5070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72</Words>
  <Application>Microsoft Office PowerPoint</Application>
  <PresentationFormat>宽屏</PresentationFormat>
  <Paragraphs>26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2" baseType="lpstr">
      <vt:lpstr>Arial</vt:lpstr>
      <vt:lpstr>Calibri</vt:lpstr>
      <vt:lpstr>Times New Roman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</dc:creator>
  <cp:lastModifiedBy>永康 肖</cp:lastModifiedBy>
  <cp:revision>39</cp:revision>
  <dcterms:created xsi:type="dcterms:W3CDTF">2023-08-09T12:44:00Z</dcterms:created>
  <dcterms:modified xsi:type="dcterms:W3CDTF">2026-01-20T09:06:47Z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9F853C5A395843F0A32D8702CFAC8E30_12</vt:lpwstr>
  </property>
</Properties>
</file>