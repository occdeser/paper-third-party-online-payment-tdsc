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59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80" userDrawn="1">
          <p15:clr>
            <a:srgbClr val="A4A3A4"/>
          </p15:clr>
        </p15:guide>
        <p15:guide id="2" pos="1315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469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646"/>
    <a:srgbClr val="AC1F18"/>
    <a:srgbClr val="4A5F7E"/>
    <a:srgbClr val="B5655E"/>
    <a:srgbClr val="AC2297"/>
    <a:srgbClr val="7C4461"/>
    <a:srgbClr val="BC4042"/>
    <a:srgbClr val="6F6F6F"/>
    <a:srgbClr val="A5AEB7"/>
    <a:srgbClr val="C94E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6" y="512"/>
      </p:cViewPr>
      <p:guideLst>
        <p:guide orient="horz" pos="3180"/>
        <p:guide pos="1315"/>
        <p:guide orient="horz" pos="451"/>
        <p:guide pos="469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40.svg"/><Relationship Id="rId21" Type="http://schemas.openxmlformats.org/officeDocument/2006/relationships/image" Target="../media/image58.png"/><Relationship Id="rId7" Type="http://schemas.openxmlformats.org/officeDocument/2006/relationships/image" Target="../media/image4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42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sv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71.png"/><Relationship Id="rId7" Type="http://schemas.openxmlformats.org/officeDocument/2006/relationships/image" Target="../media/image54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52.png"/><Relationship Id="rId4" Type="http://schemas.openxmlformats.org/officeDocument/2006/relationships/image" Target="../media/image7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74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75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1905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>
            <a:off x="2292735" y="2159781"/>
            <a:ext cx="1260000" cy="0"/>
          </a:xfrm>
          <a:prstGeom prst="line">
            <a:avLst/>
          </a:prstGeom>
          <a:ln w="1905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1905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任意多边形 19"/>
          <p:cNvSpPr/>
          <p:nvPr/>
        </p:nvSpPr>
        <p:spPr>
          <a:xfrm>
            <a:off x="5297170" y="2616835"/>
            <a:ext cx="171967" cy="866775"/>
          </a:xfrm>
          <a:custGeom>
            <a:avLst/>
            <a:gdLst>
              <a:gd name="connsiteX0" fmla="*/ 0 w 270"/>
              <a:gd name="connsiteY0" fmla="*/ 0 h 1365"/>
              <a:gd name="connsiteX1" fmla="*/ 258 w 270"/>
              <a:gd name="connsiteY1" fmla="*/ 566 h 1365"/>
              <a:gd name="connsiteX2" fmla="*/ 67 w 270"/>
              <a:gd name="connsiteY2" fmla="*/ 1365 h 1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" h="1365">
                <a:moveTo>
                  <a:pt x="0" y="0"/>
                </a:moveTo>
                <a:cubicBezTo>
                  <a:pt x="108" y="95"/>
                  <a:pt x="193" y="296"/>
                  <a:pt x="258" y="566"/>
                </a:cubicBezTo>
                <a:cubicBezTo>
                  <a:pt x="324" y="837"/>
                  <a:pt x="116" y="1216"/>
                  <a:pt x="67" y="1365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</a:p>
        </p:txBody>
      </p:sp>
      <p:sp>
        <p:nvSpPr>
          <p:cNvPr id="5" name="矩形 4"/>
          <p:cNvSpPr/>
          <p:nvPr/>
        </p:nvSpPr>
        <p:spPr>
          <a:xfrm>
            <a:off x="2879725" y="2286000"/>
            <a:ext cx="291465" cy="2761615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41665" y="2286000"/>
            <a:ext cx="291465" cy="2761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573395" y="3149600"/>
            <a:ext cx="291465" cy="1889760"/>
          </a:xfrm>
          <a:prstGeom prst="rect">
            <a:avLst/>
          </a:prstGeom>
          <a:solidFill>
            <a:srgbClr val="804646"/>
          </a:solidFill>
          <a:ln>
            <a:solidFill>
              <a:srgbClr val="80464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589530"/>
            <a:ext cx="49911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54762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801745" y="229362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352806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297555" y="321183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Create order</a:t>
            </a:r>
          </a:p>
        </p:txBody>
      </p:sp>
      <p:sp>
        <p:nvSpPr>
          <p:cNvPr id="25" name="文本框 24"/>
          <p:cNvSpPr txBox="1"/>
          <p:nvPr/>
        </p:nvSpPr>
        <p:spPr>
          <a:xfrm>
            <a:off x="3202940" y="41217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5655E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6" name="直接箭头连接符 25"/>
          <p:cNvCxnSpPr/>
          <p:nvPr/>
        </p:nvCxnSpPr>
        <p:spPr>
          <a:xfrm flipV="1">
            <a:off x="3202940" y="407289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466080" y="272605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3171190" y="318452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3171190" y="374459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90240" y="259270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270885" y="379095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46913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14528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S5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5963920" y="41871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883FBC25-2E90-458E-88F4-CAB678AB4E4C}"/>
              </a:ext>
            </a:extLst>
          </p:cNvPr>
          <p:cNvGrpSpPr>
            <a:grpSpLocks noChangeAspect="1"/>
          </p:cNvGrpSpPr>
          <p:nvPr/>
        </p:nvGrpSpPr>
        <p:grpSpPr>
          <a:xfrm>
            <a:off x="2812710" y="1449423"/>
            <a:ext cx="484845" cy="479028"/>
            <a:chOff x="4445000" y="739632"/>
            <a:chExt cx="375710" cy="371203"/>
          </a:xfrm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339545D7-1D0E-4F8F-BB15-7A9F7E1D9573}"/>
                </a:ext>
              </a:extLst>
            </p:cNvPr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rgbClr val="4A5F7E"/>
            </a:solidFill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2BF68FAC-A40A-42FC-A6F2-FF70F01E666B}"/>
                </a:ext>
              </a:extLst>
            </p:cNvPr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rgbClr val="4A5F7E"/>
            </a:solidFill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CA6829C0-C73F-49F8-8FBC-17357EB0F639}"/>
                </a:ext>
              </a:extLst>
            </p:cNvPr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A77DC7D7-4E6B-4E53-A670-5D06690318C5}"/>
                </a:ext>
              </a:extLst>
            </p:cNvPr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rgbClr val="4A5F7E"/>
            </a:solidFill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CE8EA022-777B-4034-BA67-7BB05C97F24A}"/>
              </a:ext>
            </a:extLst>
          </p:cNvPr>
          <p:cNvGrpSpPr>
            <a:grpSpLocks noChangeAspect="1"/>
          </p:cNvGrpSpPr>
          <p:nvPr/>
        </p:nvGrpSpPr>
        <p:grpSpPr>
          <a:xfrm>
            <a:off x="5420097" y="1452243"/>
            <a:ext cx="484845" cy="479028"/>
            <a:chOff x="4445000" y="739632"/>
            <a:chExt cx="375710" cy="371203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4C5E1CAB-1B88-4886-865C-4E2BED220057}"/>
                </a:ext>
              </a:extLst>
            </p:cNvPr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rgbClr val="804646"/>
            </a:solidFill>
            <a:ln w="38100">
              <a:solidFill>
                <a:srgbClr val="80464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40DCC314-A0F6-4E17-89FA-6ABC0EFB2F7B}"/>
                </a:ext>
              </a:extLst>
            </p:cNvPr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rgbClr val="804646"/>
            </a:solidFill>
            <a:ln w="38100">
              <a:solidFill>
                <a:srgbClr val="80464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C37FF9C2-EE1D-4EAF-B69A-983B67E228AB}"/>
                </a:ext>
              </a:extLst>
            </p:cNvPr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rgbClr val="80464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385E2C26-9FA0-4643-884E-84812BB6EB3D}"/>
                </a:ext>
              </a:extLst>
            </p:cNvPr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rgbClr val="804646"/>
            </a:solidFill>
            <a:ln w="38100">
              <a:solidFill>
                <a:srgbClr val="80464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/>
          <p:cNvGrpSpPr/>
          <p:nvPr/>
        </p:nvGrpSpPr>
        <p:grpSpPr>
          <a:xfrm>
            <a:off x="4953000" y="196850"/>
            <a:ext cx="5035550" cy="5035550"/>
            <a:chOff x="920" y="310"/>
            <a:chExt cx="7930" cy="7930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20" y="310"/>
              <a:ext cx="7930" cy="7930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3"/>
            <a:srcRect l="-3754" t="-1049" r="-3228" b="-1375"/>
            <a:stretch>
              <a:fillRect/>
            </a:stretch>
          </p:blipFill>
          <p:spPr>
            <a:xfrm>
              <a:off x="3440" y="1324"/>
              <a:ext cx="2850" cy="5811"/>
            </a:xfrm>
            <a:prstGeom prst="roundRect">
              <a:avLst/>
            </a:prstGeom>
          </p:spPr>
        </p:pic>
      </p:grpSp>
      <p:pic>
        <p:nvPicPr>
          <p:cNvPr id="9" name="图片 8" descr="ef56901b-e67b-48c3-91cc-2ffb6efbef1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196850"/>
            <a:ext cx="5035550" cy="5035550"/>
          </a:xfrm>
          <a:prstGeom prst="rect">
            <a:avLst/>
          </a:prstGeom>
        </p:spPr>
      </p:pic>
      <p:pic>
        <p:nvPicPr>
          <p:cNvPr id="10" name="图片 9" descr="D:/实验研究/论文研究/支付协议/支付协议/支付模型ppt/2.jpg2"/>
          <p:cNvPicPr>
            <a:picLocks noChangeAspect="1"/>
          </p:cNvPicPr>
          <p:nvPr/>
        </p:nvPicPr>
        <p:blipFill>
          <a:blip r:embed="rId4"/>
          <a:srcRect l="-2593" t="-2073" r="-2963" b="-1388"/>
          <a:stretch>
            <a:fillRect/>
          </a:stretch>
        </p:blipFill>
        <p:spPr>
          <a:xfrm>
            <a:off x="3308350" y="790575"/>
            <a:ext cx="1809750" cy="3740150"/>
          </a:xfrm>
          <a:prstGeom prst="round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7650" y="1313815"/>
            <a:ext cx="540000" cy="540000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24265" y="1313815"/>
            <a:ext cx="540000" cy="54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58</Words>
  <Application>Microsoft Office PowerPoint</Application>
  <PresentationFormat>宽屏</PresentationFormat>
  <Paragraphs>24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Arial</vt:lpstr>
      <vt:lpstr>Calibri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永康 肖</cp:lastModifiedBy>
  <cp:revision>36</cp:revision>
  <dcterms:created xsi:type="dcterms:W3CDTF">2023-08-09T12:44:00Z</dcterms:created>
  <dcterms:modified xsi:type="dcterms:W3CDTF">2026-01-20T08:00:41Z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9F853C5A395843F0A32D8702CFAC8E30_12</vt:lpwstr>
  </property>
</Properties>
</file>