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1" r:id="rId6"/>
    <p:sldId id="262" r:id="rId7"/>
    <p:sldId id="258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0" userDrawn="1">
          <p15:clr>
            <a:srgbClr val="A4A3A4"/>
          </p15:clr>
        </p15:guide>
        <p15:guide id="2" pos="1315" userDrawn="1">
          <p15:clr>
            <a:srgbClr val="A4A3A4"/>
          </p15:clr>
        </p15:guide>
        <p15:guide id="3" orient="horz" pos="451" userDrawn="1">
          <p15:clr>
            <a:srgbClr val="A4A3A4"/>
          </p15:clr>
        </p15:guide>
        <p15:guide id="4" pos="4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655E"/>
    <a:srgbClr val="AC2297"/>
    <a:srgbClr val="7C4461"/>
    <a:srgbClr val="BC4042"/>
    <a:srgbClr val="6F6F6F"/>
    <a:srgbClr val="A5AEB7"/>
    <a:srgbClr val="C94E65"/>
    <a:srgbClr val="B8DBB3"/>
    <a:srgbClr val="72B063"/>
    <a:srgbClr val="4A5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62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76" y="512"/>
      </p:cViewPr>
      <p:guideLst>
        <p:guide orient="horz" pos="3180"/>
        <p:guide pos="1315"/>
        <p:guide orient="horz" pos="451"/>
        <p:guide pos="46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38.svg"/><Relationship Id="rId37" Type="http://schemas.openxmlformats.org/officeDocument/2006/relationships/image" Target="../media/image37.png"/><Relationship Id="rId36" Type="http://schemas.openxmlformats.org/officeDocument/2006/relationships/image" Target="../media/image36.svg"/><Relationship Id="rId35" Type="http://schemas.openxmlformats.org/officeDocument/2006/relationships/image" Target="../media/image35.png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image" Target="../media/image32.svg"/><Relationship Id="rId31" Type="http://schemas.openxmlformats.org/officeDocument/2006/relationships/image" Target="../media/image31.png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2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41.png"/><Relationship Id="rId29" Type="http://schemas.openxmlformats.org/officeDocument/2006/relationships/image" Target="../media/image67.svg"/><Relationship Id="rId28" Type="http://schemas.openxmlformats.org/officeDocument/2006/relationships/image" Target="../media/image66.png"/><Relationship Id="rId27" Type="http://schemas.openxmlformats.org/officeDocument/2006/relationships/image" Target="../media/image65.svg"/><Relationship Id="rId26" Type="http://schemas.openxmlformats.org/officeDocument/2006/relationships/image" Target="../media/image64.png"/><Relationship Id="rId25" Type="http://schemas.openxmlformats.org/officeDocument/2006/relationships/image" Target="../media/image63.svg"/><Relationship Id="rId24" Type="http://schemas.openxmlformats.org/officeDocument/2006/relationships/image" Target="../media/image62.png"/><Relationship Id="rId23" Type="http://schemas.openxmlformats.org/officeDocument/2006/relationships/image" Target="../media/image61.svg"/><Relationship Id="rId22" Type="http://schemas.openxmlformats.org/officeDocument/2006/relationships/image" Target="../media/image60.png"/><Relationship Id="rId21" Type="http://schemas.openxmlformats.org/officeDocument/2006/relationships/image" Target="../media/image59.svg"/><Relationship Id="rId20" Type="http://schemas.openxmlformats.org/officeDocument/2006/relationships/image" Target="../media/image58.png"/><Relationship Id="rId2" Type="http://schemas.openxmlformats.org/officeDocument/2006/relationships/image" Target="../media/image40.svg"/><Relationship Id="rId19" Type="http://schemas.openxmlformats.org/officeDocument/2006/relationships/image" Target="../media/image57.svg"/><Relationship Id="rId18" Type="http://schemas.openxmlformats.org/officeDocument/2006/relationships/image" Target="../media/image56.png"/><Relationship Id="rId17" Type="http://schemas.openxmlformats.org/officeDocument/2006/relationships/image" Target="../media/image55.svg"/><Relationship Id="rId16" Type="http://schemas.openxmlformats.org/officeDocument/2006/relationships/image" Target="../media/image54.png"/><Relationship Id="rId15" Type="http://schemas.openxmlformats.org/officeDocument/2006/relationships/image" Target="../media/image53.svg"/><Relationship Id="rId14" Type="http://schemas.openxmlformats.org/officeDocument/2006/relationships/image" Target="../media/image52.png"/><Relationship Id="rId13" Type="http://schemas.openxmlformats.org/officeDocument/2006/relationships/image" Target="../media/image51.svg"/><Relationship Id="rId12" Type="http://schemas.openxmlformats.org/officeDocument/2006/relationships/image" Target="../media/image50.svg"/><Relationship Id="rId11" Type="http://schemas.openxmlformats.org/officeDocument/2006/relationships/image" Target="../media/image49.png"/><Relationship Id="rId10" Type="http://schemas.openxmlformats.org/officeDocument/2006/relationships/image" Target="../media/image48.svg"/><Relationship Id="rId1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75.svg"/><Relationship Id="rId4" Type="http://schemas.openxmlformats.org/officeDocument/2006/relationships/image" Target="../media/image52.png"/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6.svg"/><Relationship Id="rId15" Type="http://schemas.openxmlformats.org/officeDocument/2006/relationships/image" Target="../media/image35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20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8.svg"/><Relationship Id="rId2" Type="http://schemas.openxmlformats.org/officeDocument/2006/relationships/image" Target="../media/image2.svg"/><Relationship Id="rId19" Type="http://schemas.openxmlformats.org/officeDocument/2006/relationships/image" Target="../media/image17.png"/><Relationship Id="rId18" Type="http://schemas.openxmlformats.org/officeDocument/2006/relationships/image" Target="../media/image77.svg"/><Relationship Id="rId17" Type="http://schemas.openxmlformats.org/officeDocument/2006/relationships/image" Target="../media/image76.png"/><Relationship Id="rId16" Type="http://schemas.openxmlformats.org/officeDocument/2006/relationships/image" Target="../media/image30.svg"/><Relationship Id="rId15" Type="http://schemas.openxmlformats.org/officeDocument/2006/relationships/image" Target="../media/image29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2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60194" y="2124009"/>
            <a:ext cx="2954215" cy="12016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/>
          <p:cNvSpPr/>
          <p:nvPr/>
        </p:nvSpPr>
        <p:spPr>
          <a:xfrm>
            <a:off x="4347817" y="2072779"/>
            <a:ext cx="2954215" cy="125284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660194" y="3834056"/>
            <a:ext cx="2954215" cy="120161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形 4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194" y="309748"/>
            <a:ext cx="720000" cy="720000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090" y="309748"/>
            <a:ext cx="720000" cy="720000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3986" y="309748"/>
            <a:ext cx="720000" cy="720000"/>
          </a:xfrm>
          <a:prstGeom prst="rect">
            <a:avLst/>
          </a:prstGeom>
        </p:spPr>
      </p:pic>
      <p:pic>
        <p:nvPicPr>
          <p:cNvPr id="54" name="图形 5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5882" y="309748"/>
            <a:ext cx="720000" cy="720000"/>
          </a:xfrm>
          <a:prstGeom prst="rect">
            <a:avLst/>
          </a:prstGeom>
        </p:spPr>
      </p:pic>
      <p:pic>
        <p:nvPicPr>
          <p:cNvPr id="56" name="图形 5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7778" y="309748"/>
            <a:ext cx="720000" cy="720000"/>
          </a:xfrm>
          <a:prstGeom prst="rect">
            <a:avLst/>
          </a:prstGeom>
        </p:spPr>
      </p:pic>
      <p:pic>
        <p:nvPicPr>
          <p:cNvPr id="58" name="图形 5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59674" y="309748"/>
            <a:ext cx="720000" cy="720000"/>
          </a:xfrm>
          <a:prstGeom prst="rect">
            <a:avLst/>
          </a:prstGeom>
        </p:spPr>
      </p:pic>
      <p:pic>
        <p:nvPicPr>
          <p:cNvPr id="60" name="图形 5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31570" y="309748"/>
            <a:ext cx="720000" cy="720000"/>
          </a:xfrm>
          <a:prstGeom prst="rect">
            <a:avLst/>
          </a:prstGeom>
        </p:spPr>
      </p:pic>
      <p:pic>
        <p:nvPicPr>
          <p:cNvPr id="62" name="图形 6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03466" y="309748"/>
            <a:ext cx="720000" cy="720000"/>
          </a:xfrm>
          <a:prstGeom prst="rect">
            <a:avLst/>
          </a:prstGeom>
        </p:spPr>
      </p:pic>
      <p:pic>
        <p:nvPicPr>
          <p:cNvPr id="64" name="图形 6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5362" y="309748"/>
            <a:ext cx="720000" cy="720000"/>
          </a:xfrm>
          <a:prstGeom prst="rect">
            <a:avLst/>
          </a:prstGeom>
        </p:spPr>
      </p:pic>
      <p:pic>
        <p:nvPicPr>
          <p:cNvPr id="66" name="图形 65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247258" y="309748"/>
            <a:ext cx="720000" cy="720000"/>
          </a:xfrm>
          <a:prstGeom prst="rect">
            <a:avLst/>
          </a:prstGeom>
        </p:spPr>
      </p:pic>
      <p:pic>
        <p:nvPicPr>
          <p:cNvPr id="68" name="图形 6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19154" y="309748"/>
            <a:ext cx="720000" cy="720000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91050" y="309748"/>
            <a:ext cx="720000" cy="720000"/>
          </a:xfrm>
          <a:prstGeom prst="rect">
            <a:avLst/>
          </a:prstGeom>
        </p:spPr>
      </p:pic>
      <p:pic>
        <p:nvPicPr>
          <p:cNvPr id="72" name="图形 71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62946" y="309748"/>
            <a:ext cx="720000" cy="720000"/>
          </a:xfrm>
          <a:prstGeom prst="rect">
            <a:avLst/>
          </a:prstGeom>
        </p:spPr>
      </p:pic>
      <p:pic>
        <p:nvPicPr>
          <p:cNvPr id="74" name="图形 73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34842" y="309748"/>
            <a:ext cx="720000" cy="720000"/>
          </a:xfrm>
          <a:prstGeom prst="rect">
            <a:avLst/>
          </a:prstGeom>
        </p:spPr>
      </p:pic>
      <p:pic>
        <p:nvPicPr>
          <p:cNvPr id="76" name="图形 75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106740" y="309748"/>
            <a:ext cx="720000" cy="720000"/>
          </a:xfrm>
          <a:prstGeom prst="rect">
            <a:avLst/>
          </a:prstGeom>
        </p:spPr>
      </p:pic>
      <p:cxnSp>
        <p:nvCxnSpPr>
          <p:cNvPr id="77" name="直接连接符 76"/>
          <p:cNvCxnSpPr/>
          <p:nvPr/>
        </p:nvCxnSpPr>
        <p:spPr>
          <a:xfrm>
            <a:off x="8099953" y="2394446"/>
            <a:ext cx="146299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8059553" y="2909864"/>
            <a:ext cx="154379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组合 80"/>
          <p:cNvGrpSpPr>
            <a:grpSpLocks noChangeAspect="1"/>
          </p:cNvGrpSpPr>
          <p:nvPr/>
        </p:nvGrpSpPr>
        <p:grpSpPr>
          <a:xfrm>
            <a:off x="417771" y="1203981"/>
            <a:ext cx="484845" cy="479028"/>
            <a:chOff x="4445000" y="739632"/>
            <a:chExt cx="375710" cy="371203"/>
          </a:xfrm>
        </p:grpSpPr>
        <p:sp>
          <p:nvSpPr>
            <p:cNvPr id="82" name="矩形: 圆角 81"/>
            <p:cNvSpPr/>
            <p:nvPr/>
          </p:nvSpPr>
          <p:spPr>
            <a:xfrm>
              <a:off x="4445000" y="740833"/>
              <a:ext cx="156634" cy="156634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4445000" y="954201"/>
              <a:ext cx="156634" cy="156634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/>
            <p:cNvSpPr/>
            <p:nvPr/>
          </p:nvSpPr>
          <p:spPr>
            <a:xfrm rot="1800000">
              <a:off x="4672028" y="739632"/>
              <a:ext cx="145198" cy="138592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: 圆角 84"/>
            <p:cNvSpPr/>
            <p:nvPr/>
          </p:nvSpPr>
          <p:spPr>
            <a:xfrm>
              <a:off x="4664075" y="954201"/>
              <a:ext cx="156635" cy="156634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7" name="图形 86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2090" y="1083495"/>
            <a:ext cx="720000" cy="720000"/>
          </a:xfrm>
          <a:prstGeom prst="rect">
            <a:avLst/>
          </a:prstGeom>
        </p:spPr>
      </p:pic>
      <p:pic>
        <p:nvPicPr>
          <p:cNvPr id="89" name="图形 88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843986" y="1083495"/>
            <a:ext cx="720000" cy="720000"/>
          </a:xfrm>
          <a:prstGeom prst="rect">
            <a:avLst/>
          </a:prstGeom>
        </p:spPr>
      </p:pic>
      <p:pic>
        <p:nvPicPr>
          <p:cNvPr id="90" name="图片 27" descr="浏览器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527687" y="995766"/>
            <a:ext cx="860091" cy="860091"/>
          </a:xfrm>
          <a:prstGeom prst="rect">
            <a:avLst/>
          </a:prstGeom>
        </p:spPr>
      </p:pic>
      <p:pic>
        <p:nvPicPr>
          <p:cNvPr id="95" name="图形 94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31521" y="1113123"/>
            <a:ext cx="742734" cy="742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642" y="3209373"/>
            <a:ext cx="720000" cy="720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215" y="1907232"/>
            <a:ext cx="720000" cy="720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743600" y="2056451"/>
            <a:ext cx="1236110" cy="232526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5097" y="3495076"/>
            <a:ext cx="720000" cy="720000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1465" y="3495076"/>
            <a:ext cx="720000" cy="72000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3891" y="2955389"/>
            <a:ext cx="720000" cy="720000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1575" y="2857773"/>
            <a:ext cx="495891" cy="495891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5026" y="2918419"/>
            <a:ext cx="720000" cy="72000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5097" y="2128784"/>
            <a:ext cx="720000" cy="72000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794895" y="2291226"/>
            <a:ext cx="93643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041644" y="2454030"/>
            <a:ext cx="86802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330217" y="2772833"/>
            <a:ext cx="2678316" cy="9438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4108382" y="3945051"/>
            <a:ext cx="801288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758195" y="3429000"/>
            <a:ext cx="599354" cy="28766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1553633" y="2646250"/>
            <a:ext cx="1407110" cy="78275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583967" y="3695821"/>
            <a:ext cx="1296992" cy="15925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361655" y="2937352"/>
            <a:ext cx="0" cy="49164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7078542" y="3435367"/>
            <a:ext cx="990191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>
            <a:grpSpLocks noChangeAspect="1"/>
          </p:cNvGrpSpPr>
          <p:nvPr/>
        </p:nvGrpSpPr>
        <p:grpSpPr>
          <a:xfrm>
            <a:off x="3172907" y="2249270"/>
            <a:ext cx="484845" cy="479028"/>
            <a:chOff x="4445000" y="739632"/>
            <a:chExt cx="375710" cy="371203"/>
          </a:xfrm>
        </p:grpSpPr>
        <p:sp>
          <p:nvSpPr>
            <p:cNvPr id="64" name="矩形: 圆角 63"/>
            <p:cNvSpPr/>
            <p:nvPr/>
          </p:nvSpPr>
          <p:spPr>
            <a:xfrm>
              <a:off x="4445000" y="740833"/>
              <a:ext cx="156634" cy="156634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: 圆角 64"/>
            <p:cNvSpPr/>
            <p:nvPr/>
          </p:nvSpPr>
          <p:spPr>
            <a:xfrm>
              <a:off x="4445000" y="954201"/>
              <a:ext cx="156634" cy="156634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/>
            <p:cNvSpPr/>
            <p:nvPr/>
          </p:nvSpPr>
          <p:spPr>
            <a:xfrm rot="1800000">
              <a:off x="4672028" y="739632"/>
              <a:ext cx="145198" cy="138592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/>
            <p:cNvSpPr/>
            <p:nvPr/>
          </p:nvSpPr>
          <p:spPr>
            <a:xfrm>
              <a:off x="4664075" y="954201"/>
              <a:ext cx="156635" cy="156634"/>
            </a:xfrm>
            <a:prstGeom prst="round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3" name="直接连接符 72"/>
          <p:cNvCxnSpPr/>
          <p:nvPr/>
        </p:nvCxnSpPr>
        <p:spPr>
          <a:xfrm>
            <a:off x="5372604" y="2817953"/>
            <a:ext cx="0" cy="611047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96945" y="1630045"/>
            <a:ext cx="1927225" cy="3115310"/>
          </a:xfrm>
          <a:prstGeom prst="rect">
            <a:avLst/>
          </a:prstGeom>
          <a:noFill/>
          <a:ln w="19050">
            <a:solidFill>
              <a:srgbClr val="719A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44215" y="2607310"/>
            <a:ext cx="247142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Merchant Frontend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19830" y="4304030"/>
            <a:ext cx="1532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PS-App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84605" y="3621405"/>
            <a:ext cx="1047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User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2820" y="2562225"/>
            <a:ext cx="169926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Device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292735" y="2159781"/>
            <a:ext cx="1260000" cy="0"/>
          </a:xfrm>
          <a:prstGeom prst="line">
            <a:avLst/>
          </a:prstGeom>
          <a:ln w="19050">
            <a:solidFill>
              <a:srgbClr val="719A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212090" y="2448706"/>
            <a:ext cx="1416050" cy="828040"/>
          </a:xfrm>
          <a:prstGeom prst="line">
            <a:avLst/>
          </a:prstGeom>
          <a:ln w="19050">
            <a:solidFill>
              <a:srgbClr val="01010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 rot="19860000">
            <a:off x="2557145" y="2499995"/>
            <a:ext cx="669290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Shop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07645" y="3725056"/>
            <a:ext cx="1414145" cy="30734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479255" y="2976087"/>
            <a:ext cx="0" cy="72000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888355" y="2443480"/>
            <a:ext cx="198501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Merchant S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erver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528814" y="2188600"/>
            <a:ext cx="86802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522464" y="4110745"/>
            <a:ext cx="86802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027420" y="4406800"/>
            <a:ext cx="1532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PS-S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erver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7195689" y="3318900"/>
            <a:ext cx="778510" cy="791845"/>
          </a:xfrm>
          <a:prstGeom prst="line">
            <a:avLst/>
          </a:prstGeom>
          <a:ln w="19050">
            <a:solidFill>
              <a:srgbClr val="72B06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733659" y="3254765"/>
            <a:ext cx="1368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8646795" y="3255010"/>
            <a:ext cx="1532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Funds transfer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974330" y="2764790"/>
            <a:ext cx="2907030" cy="1089660"/>
          </a:xfrm>
          <a:prstGeom prst="rect">
            <a:avLst/>
          </a:prstGeom>
          <a:noFill/>
          <a:ln w="19050">
            <a:solidFill>
              <a:srgbClr val="72B0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481195" y="3107690"/>
            <a:ext cx="70993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SDK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791925" y="2970450"/>
            <a:ext cx="0" cy="720000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形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6100" y="1749117"/>
            <a:ext cx="900000" cy="900000"/>
          </a:xfrm>
          <a:prstGeom prst="rect">
            <a:avLst/>
          </a:prstGeom>
        </p:spPr>
      </p:pic>
      <p:pic>
        <p:nvPicPr>
          <p:cNvPr id="32" name="图形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5842" y="2970613"/>
            <a:ext cx="720000" cy="720000"/>
          </a:xfrm>
          <a:prstGeom prst="rect">
            <a:avLst/>
          </a:prstGeom>
        </p:spPr>
      </p:pic>
      <p:grpSp>
        <p:nvGrpSpPr>
          <p:cNvPr id="63" name="组合 62"/>
          <p:cNvGrpSpPr>
            <a:grpSpLocks noChangeAspect="1"/>
          </p:cNvGrpSpPr>
          <p:nvPr/>
        </p:nvGrpSpPr>
        <p:grpSpPr>
          <a:xfrm>
            <a:off x="3796030" y="1948815"/>
            <a:ext cx="475615" cy="470535"/>
            <a:chOff x="4445000" y="739632"/>
            <a:chExt cx="375710" cy="371203"/>
          </a:xfrm>
          <a:solidFill>
            <a:srgbClr val="4A5F7E"/>
          </a:solidFill>
        </p:grpSpPr>
        <p:sp>
          <p:nvSpPr>
            <p:cNvPr id="64" name="矩形: 圆角 63"/>
            <p:cNvSpPr/>
            <p:nvPr/>
          </p:nvSpPr>
          <p:spPr>
            <a:xfrm>
              <a:off x="4445000" y="740833"/>
              <a:ext cx="156634" cy="156634"/>
            </a:xfrm>
            <a:prstGeom prst="roundRect">
              <a:avLst/>
            </a:prstGeom>
            <a:grpFill/>
            <a:ln w="3810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5" name="矩形: 圆角 64"/>
            <p:cNvSpPr/>
            <p:nvPr/>
          </p:nvSpPr>
          <p:spPr>
            <a:xfrm>
              <a:off x="4445000" y="954201"/>
              <a:ext cx="156634" cy="156634"/>
            </a:xfrm>
            <a:prstGeom prst="roundRect">
              <a:avLst/>
            </a:prstGeom>
            <a:grpFill/>
            <a:ln w="3810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6" name="矩形: 圆角 65"/>
            <p:cNvSpPr/>
            <p:nvPr/>
          </p:nvSpPr>
          <p:spPr>
            <a:xfrm rot="1800000">
              <a:off x="4672028" y="739632"/>
              <a:ext cx="145198" cy="138592"/>
            </a:xfrm>
            <a:prstGeom prst="roundRect">
              <a:avLst/>
            </a:prstGeom>
            <a:grpFill/>
            <a:ln w="5715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7" name="矩形: 圆角 66"/>
            <p:cNvSpPr/>
            <p:nvPr/>
          </p:nvSpPr>
          <p:spPr>
            <a:xfrm>
              <a:off x="4664075" y="954201"/>
              <a:ext cx="156635" cy="156634"/>
            </a:xfrm>
            <a:prstGeom prst="roundRect">
              <a:avLst/>
            </a:prstGeom>
            <a:grpFill/>
            <a:ln w="3810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33" name="图形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5250" y="3724946"/>
            <a:ext cx="720000" cy="720000"/>
          </a:xfrm>
          <a:prstGeom prst="rect">
            <a:avLst/>
          </a:prstGeom>
        </p:spPr>
      </p:pic>
      <p:pic>
        <p:nvPicPr>
          <p:cNvPr id="34" name="图形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3682" y="3763681"/>
            <a:ext cx="720000" cy="720000"/>
          </a:xfrm>
          <a:prstGeom prst="rect">
            <a:avLst/>
          </a:prstGeom>
        </p:spPr>
      </p:pic>
      <p:pic>
        <p:nvPicPr>
          <p:cNvPr id="36" name="图形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1777" y="1830334"/>
            <a:ext cx="720000" cy="720000"/>
          </a:xfrm>
          <a:prstGeom prst="rect">
            <a:avLst/>
          </a:prstGeom>
        </p:spPr>
      </p:pic>
      <p:pic>
        <p:nvPicPr>
          <p:cNvPr id="37" name="图形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96011" y="2901414"/>
            <a:ext cx="720000" cy="720000"/>
          </a:xfrm>
          <a:prstGeom prst="rect">
            <a:avLst/>
          </a:prstGeom>
        </p:spPr>
      </p:pic>
      <p:pic>
        <p:nvPicPr>
          <p:cNvPr id="38" name="图形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16886" y="2901414"/>
            <a:ext cx="720000" cy="720000"/>
          </a:xfrm>
          <a:prstGeom prst="rect">
            <a:avLst/>
          </a:prstGeom>
        </p:spPr>
      </p:pic>
      <p:pic>
        <p:nvPicPr>
          <p:cNvPr id="39" name="图片 38" descr="序号1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9860000">
            <a:off x="2434590" y="2704465"/>
            <a:ext cx="260985" cy="260985"/>
          </a:xfrm>
          <a:prstGeom prst="rect">
            <a:avLst/>
          </a:prstGeom>
        </p:spPr>
      </p:pic>
      <p:pic>
        <p:nvPicPr>
          <p:cNvPr id="40" name="图片 39" descr="序号2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41365" y="1884680"/>
            <a:ext cx="259200" cy="259200"/>
          </a:xfrm>
          <a:prstGeom prst="rect">
            <a:avLst/>
          </a:prstGeom>
        </p:spPr>
      </p:pic>
      <p:pic>
        <p:nvPicPr>
          <p:cNvPr id="41" name="图片 40" descr="序号3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49725" y="3162300"/>
            <a:ext cx="259200" cy="259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 rot="780000">
            <a:off x="2460227" y="3538159"/>
            <a:ext cx="1010285" cy="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Password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2" name="图片 41" descr="序号4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780000">
            <a:off x="2292350" y="3455035"/>
            <a:ext cx="259200" cy="259200"/>
          </a:xfrm>
          <a:prstGeom prst="rect">
            <a:avLst/>
          </a:prstGeom>
        </p:spPr>
      </p:pic>
      <p:pic>
        <p:nvPicPr>
          <p:cNvPr id="43" name="图片 42" descr="序号5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35015" y="3788410"/>
            <a:ext cx="259200" cy="259200"/>
          </a:xfrm>
          <a:prstGeom prst="rect">
            <a:avLst/>
          </a:prstGeom>
        </p:spPr>
      </p:pic>
      <p:pic>
        <p:nvPicPr>
          <p:cNvPr id="44" name="图片 43" descr="序号6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74175" y="2944495"/>
            <a:ext cx="259200" cy="259200"/>
          </a:xfrm>
          <a:prstGeom prst="rect">
            <a:avLst/>
          </a:prstGeom>
        </p:spPr>
      </p:pic>
      <p:pic>
        <p:nvPicPr>
          <p:cNvPr id="45" name="图片 44" descr="序号7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428105" y="3152775"/>
            <a:ext cx="259200" cy="259200"/>
          </a:xfrm>
          <a:prstGeom prst="rect">
            <a:avLst/>
          </a:prstGeom>
        </p:spPr>
      </p:pic>
      <p:pic>
        <p:nvPicPr>
          <p:cNvPr id="46" name="图片 27" descr="浏览器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68851" y="1759743"/>
            <a:ext cx="860091" cy="860091"/>
          </a:xfrm>
          <a:prstGeom prst="rect">
            <a:avLst/>
          </a:prstGeom>
        </p:spPr>
      </p:pic>
      <p:cxnSp>
        <p:nvCxnSpPr>
          <p:cNvPr id="47" name="直接连接符 46"/>
          <p:cNvCxnSpPr/>
          <p:nvPr/>
        </p:nvCxnSpPr>
        <p:spPr>
          <a:xfrm>
            <a:off x="4476080" y="1829912"/>
            <a:ext cx="0" cy="72000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任意多边形 19"/>
          <p:cNvSpPr/>
          <p:nvPr/>
        </p:nvSpPr>
        <p:spPr>
          <a:xfrm>
            <a:off x="5297170" y="2616835"/>
            <a:ext cx="171967" cy="866775"/>
          </a:xfrm>
          <a:custGeom>
            <a:avLst/>
            <a:gdLst>
              <a:gd name="connsiteX0" fmla="*/ 0 w 270"/>
              <a:gd name="connsiteY0" fmla="*/ 0 h 1365"/>
              <a:gd name="connsiteX1" fmla="*/ 258 w 270"/>
              <a:gd name="connsiteY1" fmla="*/ 566 h 1365"/>
              <a:gd name="connsiteX2" fmla="*/ 67 w 270"/>
              <a:gd name="connsiteY2" fmla="*/ 1365 h 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1" h="1365">
                <a:moveTo>
                  <a:pt x="0" y="0"/>
                </a:moveTo>
                <a:cubicBezTo>
                  <a:pt x="108" y="95"/>
                  <a:pt x="193" y="296"/>
                  <a:pt x="258" y="566"/>
                </a:cubicBezTo>
                <a:cubicBezTo>
                  <a:pt x="324" y="837"/>
                  <a:pt x="116" y="1216"/>
                  <a:pt x="67" y="1365"/>
                </a:cubicBezTo>
              </a:path>
            </a:pathLst>
          </a:cu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3" name="组合 62"/>
          <p:cNvGrpSpPr>
            <a:grpSpLocks noChangeAspect="1"/>
          </p:cNvGrpSpPr>
          <p:nvPr/>
        </p:nvGrpSpPr>
        <p:grpSpPr>
          <a:xfrm>
            <a:off x="2790190" y="1517015"/>
            <a:ext cx="475615" cy="470535"/>
            <a:chOff x="4445000" y="739632"/>
            <a:chExt cx="375710" cy="371203"/>
          </a:xfrm>
          <a:solidFill>
            <a:srgbClr val="4A5F7E"/>
          </a:solidFill>
        </p:grpSpPr>
        <p:sp>
          <p:nvSpPr>
            <p:cNvPr id="64" name="矩形: 圆角 63"/>
            <p:cNvSpPr/>
            <p:nvPr/>
          </p:nvSpPr>
          <p:spPr>
            <a:xfrm>
              <a:off x="4445000" y="740833"/>
              <a:ext cx="156634" cy="156634"/>
            </a:xfrm>
            <a:prstGeom prst="roundRect">
              <a:avLst/>
            </a:prstGeom>
            <a:grpFill/>
            <a:ln w="3810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5" name="矩形: 圆角 64"/>
            <p:cNvSpPr/>
            <p:nvPr/>
          </p:nvSpPr>
          <p:spPr>
            <a:xfrm>
              <a:off x="4445000" y="954201"/>
              <a:ext cx="156634" cy="156634"/>
            </a:xfrm>
            <a:prstGeom prst="roundRect">
              <a:avLst/>
            </a:prstGeom>
            <a:grpFill/>
            <a:ln w="3810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6" name="矩形: 圆角 65"/>
            <p:cNvSpPr/>
            <p:nvPr/>
          </p:nvSpPr>
          <p:spPr>
            <a:xfrm rot="1800000">
              <a:off x="4672028" y="739632"/>
              <a:ext cx="145198" cy="138592"/>
            </a:xfrm>
            <a:prstGeom prst="roundRect">
              <a:avLst/>
            </a:prstGeom>
            <a:grpFill/>
            <a:ln w="5715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7" name="矩形: 圆角 66"/>
            <p:cNvSpPr/>
            <p:nvPr/>
          </p:nvSpPr>
          <p:spPr>
            <a:xfrm>
              <a:off x="4664075" y="954201"/>
              <a:ext cx="156635" cy="156634"/>
            </a:xfrm>
            <a:prstGeom prst="roundRect">
              <a:avLst/>
            </a:prstGeom>
            <a:grpFill/>
            <a:ln w="38100">
              <a:solidFill>
                <a:srgbClr val="4A5F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797685" y="1998980"/>
            <a:ext cx="247142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Merchant Application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" name="图形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7485" y="1413546"/>
            <a:ext cx="720000" cy="720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47560" y="1993265"/>
            <a:ext cx="247142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Payment Application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79725" y="2286000"/>
            <a:ext cx="291465" cy="2761615"/>
          </a:xfrm>
          <a:prstGeom prst="rect">
            <a:avLst/>
          </a:prstGeom>
          <a:solidFill>
            <a:srgbClr val="4A5F7E"/>
          </a:solidFill>
          <a:ln>
            <a:solidFill>
              <a:srgbClr val="4A5F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41665" y="2286000"/>
            <a:ext cx="291465" cy="2761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形 6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6332" y="1413378"/>
            <a:ext cx="720000" cy="720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573395" y="3149600"/>
            <a:ext cx="291465" cy="1889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0400" y="2016125"/>
            <a:ext cx="2471420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Malicious Application 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207385" y="2589530"/>
            <a:ext cx="49911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172225" y="2547620"/>
            <a:ext cx="476250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01745" y="2293620"/>
            <a:ext cx="3841750" cy="272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amount=</a:t>
            </a:r>
            <a:r>
              <a:rPr lang="en-US" altLang="zh-CN" sz="12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xxxx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&amp;description=</a:t>
            </a:r>
            <a:r>
              <a:rPr lang="en-US" altLang="zh-CN" sz="12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xxxx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&amp;subject=</a:t>
            </a:r>
            <a:r>
              <a:rPr lang="en-US" altLang="zh-CN" sz="12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xxxx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194050" y="3528060"/>
            <a:ext cx="230695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297555" y="3211830"/>
            <a:ext cx="220345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Create order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202940" y="4121785"/>
            <a:ext cx="2298065" cy="272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rgbClr val="B5655E"/>
                </a:solidFill>
                <a:latin typeface="Times New Roman" panose="02020603050405020304" charset="0"/>
                <a:cs typeface="Times New Roman" panose="02020603050405020304" charset="0"/>
              </a:rPr>
              <a:t>……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amount=</a:t>
            </a:r>
            <a:r>
              <a:rPr lang="en-US" altLang="zh-CN" sz="12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xxxx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&amp;description=</a:t>
            </a:r>
            <a:r>
              <a:rPr lang="en-US" altLang="zh-CN" sz="12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xxxx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&amp;subject=</a:t>
            </a:r>
            <a:r>
              <a:rPr lang="en-US" altLang="zh-CN" sz="12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xxxx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3202940" y="4072890"/>
            <a:ext cx="2307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466080" y="2726055"/>
            <a:ext cx="480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171190" y="3184525"/>
            <a:ext cx="4752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71190" y="3744595"/>
            <a:ext cx="4752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S4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0240" y="2592705"/>
            <a:ext cx="2383155" cy="272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Send payment request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70885" y="3790950"/>
            <a:ext cx="220345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Order parameters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895975" y="4469130"/>
            <a:ext cx="2307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927725" y="4145280"/>
            <a:ext cx="4752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S5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963920" y="4187190"/>
            <a:ext cx="220345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Tampered request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4953000" y="196850"/>
            <a:ext cx="5035550" cy="5035550"/>
            <a:chOff x="920" y="310"/>
            <a:chExt cx="7930" cy="7930"/>
          </a:xfrm>
        </p:grpSpPr>
        <p:pic>
          <p:nvPicPr>
            <p:cNvPr id="15" name="图片 14" descr="ef56901b-e67b-48c3-91cc-2ffb6efbef1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0" y="310"/>
              <a:ext cx="7930" cy="793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/>
            <a:srcRect l="-3754" t="-1049" r="-3228" b="-1375"/>
            <a:stretch>
              <a:fillRect/>
            </a:stretch>
          </p:blipFill>
          <p:spPr>
            <a:xfrm>
              <a:off x="3440" y="1324"/>
              <a:ext cx="2850" cy="5811"/>
            </a:xfrm>
            <a:prstGeom prst="roundRect">
              <a:avLst/>
            </a:prstGeom>
          </p:spPr>
        </p:pic>
      </p:grpSp>
      <p:pic>
        <p:nvPicPr>
          <p:cNvPr id="9" name="图片 8" descr="ef56901b-e67b-48c3-91cc-2ffb6efbef1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0" y="196850"/>
            <a:ext cx="5035550" cy="5035550"/>
          </a:xfrm>
          <a:prstGeom prst="rect">
            <a:avLst/>
          </a:prstGeom>
        </p:spPr>
      </p:pic>
      <p:pic>
        <p:nvPicPr>
          <p:cNvPr id="10" name="图片 9" descr="D:/实验研究/论文研究/支付协议/支付协议/支付模型ppt/2.jpg2"/>
          <p:cNvPicPr>
            <a:picLocks noChangeAspect="1"/>
          </p:cNvPicPr>
          <p:nvPr/>
        </p:nvPicPr>
        <p:blipFill>
          <a:blip r:embed="rId3"/>
          <a:srcRect l="-2593" t="-2073" r="-2963" b="-1388"/>
          <a:stretch>
            <a:fillRect/>
          </a:stretch>
        </p:blipFill>
        <p:spPr>
          <a:xfrm>
            <a:off x="3308350" y="790575"/>
            <a:ext cx="1809750" cy="3740150"/>
          </a:xfrm>
          <a:prstGeom prst="roundRect">
            <a:avLst/>
          </a:prstGeom>
        </p:spPr>
      </p:pic>
      <p:pic>
        <p:nvPicPr>
          <p:cNvPr id="39" name="图片 38" descr="序号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7650" y="1313815"/>
            <a:ext cx="540000" cy="540000"/>
          </a:xfrm>
          <a:prstGeom prst="rect">
            <a:avLst/>
          </a:prstGeom>
        </p:spPr>
      </p:pic>
      <p:pic>
        <p:nvPicPr>
          <p:cNvPr id="40" name="图片 39" descr="序号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4265" y="1313815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642" y="3209373"/>
            <a:ext cx="720000" cy="720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215" y="1907232"/>
            <a:ext cx="720000" cy="720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743600" y="2056451"/>
            <a:ext cx="1236110" cy="232526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5097" y="3495076"/>
            <a:ext cx="720000" cy="720000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1465" y="3495076"/>
            <a:ext cx="720000" cy="72000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3891" y="2955389"/>
            <a:ext cx="720000" cy="720000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1575" y="2857773"/>
            <a:ext cx="495891" cy="495891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5026" y="2918419"/>
            <a:ext cx="720000" cy="72000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5097" y="2128784"/>
            <a:ext cx="720000" cy="72000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794895" y="2291226"/>
            <a:ext cx="93643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041644" y="2454030"/>
            <a:ext cx="86802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330217" y="2772833"/>
            <a:ext cx="2678316" cy="9438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4108382" y="3945051"/>
            <a:ext cx="801288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758195" y="3429000"/>
            <a:ext cx="599354" cy="28766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1553633" y="2646250"/>
            <a:ext cx="1407110" cy="78275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583967" y="3695821"/>
            <a:ext cx="1296992" cy="15925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361655" y="2937352"/>
            <a:ext cx="0" cy="49164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7078542" y="3435367"/>
            <a:ext cx="990191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7" descr="浏览器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20086" y="2044223"/>
            <a:ext cx="860091" cy="86009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5393655" y="2937352"/>
            <a:ext cx="0" cy="49164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2362" y="2921709"/>
            <a:ext cx="720000" cy="720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0303" y="4177618"/>
            <a:ext cx="720000" cy="720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37642" y="3834233"/>
            <a:ext cx="1149465" cy="103108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6853" y="4004457"/>
            <a:ext cx="720000" cy="720000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6873" y="3945870"/>
            <a:ext cx="720000" cy="72000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37211" y="2805976"/>
            <a:ext cx="720000" cy="720000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84895" y="2708360"/>
            <a:ext cx="495891" cy="495891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8346" y="2769006"/>
            <a:ext cx="720000" cy="72000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36830" y="1773544"/>
            <a:ext cx="720000" cy="72000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4265623" y="4414892"/>
            <a:ext cx="516571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763907" y="2144911"/>
            <a:ext cx="86802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7493537" y="2623420"/>
            <a:ext cx="2678316" cy="9438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5741219" y="4381899"/>
            <a:ext cx="801288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7180520" y="3758687"/>
            <a:ext cx="490150" cy="34291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3504353" y="2358586"/>
            <a:ext cx="1407110" cy="78275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34687" y="3408157"/>
            <a:ext cx="1345556" cy="74195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189023" y="2530833"/>
            <a:ext cx="0" cy="1399312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8241862" y="3285954"/>
            <a:ext cx="990191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形 2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60303" y="1505176"/>
            <a:ext cx="720000" cy="720000"/>
          </a:xfrm>
          <a:prstGeom prst="rect">
            <a:avLst/>
          </a:prstGeom>
        </p:spPr>
      </p:pic>
      <p:pic>
        <p:nvPicPr>
          <p:cNvPr id="24" name="图形 2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6605" y="1741459"/>
            <a:ext cx="742734" cy="742734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4773518" y="1578133"/>
            <a:ext cx="1149465" cy="103108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4347411" y="1810501"/>
            <a:ext cx="433641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941120" y="2516278"/>
            <a:ext cx="11466" cy="131795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形 24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82312" y="2988529"/>
            <a:ext cx="507027" cy="507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WPS 演示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</dc:creator>
  <cp:lastModifiedBy>邓起仪</cp:lastModifiedBy>
  <cp:revision>34</cp:revision>
  <dcterms:created xsi:type="dcterms:W3CDTF">2023-08-09T12:44:00Z</dcterms:created>
  <dcterms:modified xsi:type="dcterms:W3CDTF">2026-01-20T07:15:33Z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9F853C5A395843F0A32D8702CFAC8E30_12</vt:lpwstr>
  </property>
</Properties>
</file>