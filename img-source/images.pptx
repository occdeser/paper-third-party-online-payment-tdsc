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1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.svg" ContentType="image/svg+xml"/>
  <Override PartName="/ppt/media/image86.svg" ContentType="image/svg+xml"/>
  <Override PartName="/ppt/media/image88.svg" ContentType="image/svg+xml"/>
  <Override PartName="/ppt/media/image8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3"/>
    <p:sldId id="260" r:id="rId4"/>
    <p:sldId id="259" r:id="rId5"/>
    <p:sldId id="264" r:id="rId6"/>
    <p:sldId id="261" r:id="rId8"/>
    <p:sldId id="262" r:id="rId9"/>
    <p:sldId id="257" r:id="rId10"/>
    <p:sldId id="258" r:id="rId11"/>
    <p:sldId id="263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2" userDrawn="1">
          <p15:clr>
            <a:srgbClr val="A4A3A4"/>
          </p15:clr>
        </p15:guide>
        <p15:guide id="2" pos="4974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35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8C78"/>
    <a:srgbClr val="EAEAEA"/>
    <a:srgbClr val="C8C8C8"/>
    <a:srgbClr val="828282"/>
    <a:srgbClr val="AC1F18"/>
    <a:srgbClr val="FAA09C"/>
    <a:srgbClr val="B5655E"/>
    <a:srgbClr val="AC2297"/>
    <a:srgbClr val="7C4461"/>
    <a:srgbClr val="BC40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76" y="512"/>
      </p:cViewPr>
      <p:guideLst>
        <p:guide orient="horz" pos="3152"/>
        <p:guide pos="4974"/>
        <p:guide orient="horz" pos="451"/>
        <p:guide pos="35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9" Type="http://schemas.openxmlformats.org/officeDocument/2006/relationships/slideLayout" Target="../slideLayouts/slideLayout1.xml"/><Relationship Id="rId38" Type="http://schemas.openxmlformats.org/officeDocument/2006/relationships/image" Target="../media/image38.svg"/><Relationship Id="rId37" Type="http://schemas.openxmlformats.org/officeDocument/2006/relationships/image" Target="../media/image37.png"/><Relationship Id="rId36" Type="http://schemas.openxmlformats.org/officeDocument/2006/relationships/image" Target="../media/image36.svg"/><Relationship Id="rId35" Type="http://schemas.openxmlformats.org/officeDocument/2006/relationships/image" Target="../media/image35.png"/><Relationship Id="rId34" Type="http://schemas.openxmlformats.org/officeDocument/2006/relationships/image" Target="../media/image34.svg"/><Relationship Id="rId33" Type="http://schemas.openxmlformats.org/officeDocument/2006/relationships/image" Target="../media/image33.png"/><Relationship Id="rId32" Type="http://schemas.openxmlformats.org/officeDocument/2006/relationships/image" Target="../media/image32.svg"/><Relationship Id="rId31" Type="http://schemas.openxmlformats.org/officeDocument/2006/relationships/image" Target="../media/image31.png"/><Relationship Id="rId30" Type="http://schemas.openxmlformats.org/officeDocument/2006/relationships/image" Target="../media/image30.sv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svg"/><Relationship Id="rId27" Type="http://schemas.openxmlformats.org/officeDocument/2006/relationships/image" Target="../media/image27.png"/><Relationship Id="rId26" Type="http://schemas.openxmlformats.org/officeDocument/2006/relationships/image" Target="../media/image26.svg"/><Relationship Id="rId25" Type="http://schemas.openxmlformats.org/officeDocument/2006/relationships/image" Target="../media/image25.png"/><Relationship Id="rId24" Type="http://schemas.openxmlformats.org/officeDocument/2006/relationships/image" Target="../media/image24.svg"/><Relationship Id="rId23" Type="http://schemas.openxmlformats.org/officeDocument/2006/relationships/image" Target="../media/image23.png"/><Relationship Id="rId22" Type="http://schemas.openxmlformats.org/officeDocument/2006/relationships/image" Target="../media/image22.svg"/><Relationship Id="rId21" Type="http://schemas.openxmlformats.org/officeDocument/2006/relationships/image" Target="../media/image21.png"/><Relationship Id="rId20" Type="http://schemas.openxmlformats.org/officeDocument/2006/relationships/image" Target="../media/image20.svg"/><Relationship Id="rId2" Type="http://schemas.openxmlformats.org/officeDocument/2006/relationships/image" Target="../media/image2.svg"/><Relationship Id="rId19" Type="http://schemas.openxmlformats.org/officeDocument/2006/relationships/image" Target="../media/image19.png"/><Relationship Id="rId18" Type="http://schemas.openxmlformats.org/officeDocument/2006/relationships/image" Target="../media/image18.svg"/><Relationship Id="rId17" Type="http://schemas.openxmlformats.org/officeDocument/2006/relationships/image" Target="../media/image17.png"/><Relationship Id="rId16" Type="http://schemas.openxmlformats.org/officeDocument/2006/relationships/image" Target="../media/image16.svg"/><Relationship Id="rId15" Type="http://schemas.openxmlformats.org/officeDocument/2006/relationships/image" Target="../media/image15.png"/><Relationship Id="rId14" Type="http://schemas.openxmlformats.org/officeDocument/2006/relationships/image" Target="../media/image14.svg"/><Relationship Id="rId13" Type="http://schemas.openxmlformats.org/officeDocument/2006/relationships/image" Target="../media/image13.png"/><Relationship Id="rId12" Type="http://schemas.openxmlformats.org/officeDocument/2006/relationships/image" Target="../media/image12.svg"/><Relationship Id="rId11" Type="http://schemas.openxmlformats.org/officeDocument/2006/relationships/image" Target="../media/image11.png"/><Relationship Id="rId10" Type="http://schemas.openxmlformats.org/officeDocument/2006/relationships/image" Target="../media/image10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image" Target="../media/image46.svg"/><Relationship Id="rId7" Type="http://schemas.openxmlformats.org/officeDocument/2006/relationships/image" Target="../media/image45.png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42.svg"/><Relationship Id="rId30" Type="http://schemas.openxmlformats.org/officeDocument/2006/relationships/slideLayout" Target="../slideLayouts/slideLayout1.xml"/><Relationship Id="rId3" Type="http://schemas.openxmlformats.org/officeDocument/2006/relationships/image" Target="../media/image41.png"/><Relationship Id="rId29" Type="http://schemas.openxmlformats.org/officeDocument/2006/relationships/image" Target="../media/image67.svg"/><Relationship Id="rId28" Type="http://schemas.openxmlformats.org/officeDocument/2006/relationships/image" Target="../media/image66.png"/><Relationship Id="rId27" Type="http://schemas.openxmlformats.org/officeDocument/2006/relationships/image" Target="../media/image65.svg"/><Relationship Id="rId26" Type="http://schemas.openxmlformats.org/officeDocument/2006/relationships/image" Target="../media/image64.png"/><Relationship Id="rId25" Type="http://schemas.openxmlformats.org/officeDocument/2006/relationships/image" Target="../media/image63.svg"/><Relationship Id="rId24" Type="http://schemas.openxmlformats.org/officeDocument/2006/relationships/image" Target="../media/image62.png"/><Relationship Id="rId23" Type="http://schemas.openxmlformats.org/officeDocument/2006/relationships/image" Target="../media/image61.svg"/><Relationship Id="rId22" Type="http://schemas.openxmlformats.org/officeDocument/2006/relationships/image" Target="../media/image60.png"/><Relationship Id="rId21" Type="http://schemas.openxmlformats.org/officeDocument/2006/relationships/image" Target="../media/image59.svg"/><Relationship Id="rId20" Type="http://schemas.openxmlformats.org/officeDocument/2006/relationships/image" Target="../media/image58.png"/><Relationship Id="rId2" Type="http://schemas.openxmlformats.org/officeDocument/2006/relationships/image" Target="../media/image40.svg"/><Relationship Id="rId19" Type="http://schemas.openxmlformats.org/officeDocument/2006/relationships/image" Target="../media/image57.svg"/><Relationship Id="rId18" Type="http://schemas.openxmlformats.org/officeDocument/2006/relationships/image" Target="../media/image56.png"/><Relationship Id="rId17" Type="http://schemas.openxmlformats.org/officeDocument/2006/relationships/image" Target="../media/image55.svg"/><Relationship Id="rId16" Type="http://schemas.openxmlformats.org/officeDocument/2006/relationships/image" Target="../media/image54.png"/><Relationship Id="rId15" Type="http://schemas.openxmlformats.org/officeDocument/2006/relationships/image" Target="../media/image53.svg"/><Relationship Id="rId14" Type="http://schemas.openxmlformats.org/officeDocument/2006/relationships/image" Target="../media/image52.png"/><Relationship Id="rId13" Type="http://schemas.openxmlformats.org/officeDocument/2006/relationships/image" Target="../media/image51.svg"/><Relationship Id="rId12" Type="http://schemas.openxmlformats.org/officeDocument/2006/relationships/image" Target="../media/image50.svg"/><Relationship Id="rId11" Type="http://schemas.openxmlformats.org/officeDocument/2006/relationships/image" Target="../media/image49.png"/><Relationship Id="rId10" Type="http://schemas.openxmlformats.org/officeDocument/2006/relationships/image" Target="../media/image48.svg"/><Relationship Id="rId1" Type="http://schemas.openxmlformats.org/officeDocument/2006/relationships/image" Target="../media/image3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8.svg"/><Relationship Id="rId2" Type="http://schemas.openxmlformats.org/officeDocument/2006/relationships/image" Target="../media/image2.svg"/><Relationship Id="rId19" Type="http://schemas.openxmlformats.org/officeDocument/2006/relationships/image" Target="../media/image17.png"/><Relationship Id="rId18" Type="http://schemas.openxmlformats.org/officeDocument/2006/relationships/image" Target="../media/image69.svg"/><Relationship Id="rId17" Type="http://schemas.openxmlformats.org/officeDocument/2006/relationships/image" Target="../media/image68.png"/><Relationship Id="rId16" Type="http://schemas.openxmlformats.org/officeDocument/2006/relationships/image" Target="../media/image30.svg"/><Relationship Id="rId15" Type="http://schemas.openxmlformats.org/officeDocument/2006/relationships/image" Target="../media/image29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78.png"/><Relationship Id="rId8" Type="http://schemas.openxmlformats.org/officeDocument/2006/relationships/image" Target="../media/image77.svg"/><Relationship Id="rId7" Type="http://schemas.openxmlformats.org/officeDocument/2006/relationships/image" Target="../media/image76.png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4" Type="http://schemas.openxmlformats.org/officeDocument/2006/relationships/image" Target="../media/image73.svg"/><Relationship Id="rId3" Type="http://schemas.openxmlformats.org/officeDocument/2006/relationships/image" Target="../media/image72.png"/><Relationship Id="rId2" Type="http://schemas.openxmlformats.org/officeDocument/2006/relationships/image" Target="../media/image71.svg"/><Relationship Id="rId16" Type="http://schemas.openxmlformats.org/officeDocument/2006/relationships/notesSlide" Target="../notesSlides/notesSlide1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83.png"/><Relationship Id="rId13" Type="http://schemas.openxmlformats.org/officeDocument/2006/relationships/image" Target="../media/image82.png"/><Relationship Id="rId12" Type="http://schemas.openxmlformats.org/officeDocument/2006/relationships/image" Target="../media/image81.png"/><Relationship Id="rId11" Type="http://schemas.openxmlformats.org/officeDocument/2006/relationships/image" Target="../media/image80.png"/><Relationship Id="rId10" Type="http://schemas.openxmlformats.org/officeDocument/2006/relationships/image" Target="../media/image79.svg"/><Relationship Id="rId1" Type="http://schemas.openxmlformats.org/officeDocument/2006/relationships/image" Target="../media/image70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77.svg"/><Relationship Id="rId7" Type="http://schemas.openxmlformats.org/officeDocument/2006/relationships/image" Target="../media/image76.png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4" Type="http://schemas.openxmlformats.org/officeDocument/2006/relationships/image" Target="../media/image73.svg"/><Relationship Id="rId3" Type="http://schemas.openxmlformats.org/officeDocument/2006/relationships/image" Target="../media/image72.png"/><Relationship Id="rId2" Type="http://schemas.openxmlformats.org/officeDocument/2006/relationships/image" Target="../media/image71.sv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7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88.svg"/><Relationship Id="rId6" Type="http://schemas.openxmlformats.org/officeDocument/2006/relationships/image" Target="../media/image87.png"/><Relationship Id="rId5" Type="http://schemas.openxmlformats.org/officeDocument/2006/relationships/image" Target="../media/image86.svg"/><Relationship Id="rId4" Type="http://schemas.openxmlformats.org/officeDocument/2006/relationships/image" Target="../media/image85.png"/><Relationship Id="rId3" Type="http://schemas.openxmlformats.org/officeDocument/2006/relationships/image" Target="../media/image84.jpeg"/><Relationship Id="rId2" Type="http://schemas.openxmlformats.org/officeDocument/2006/relationships/image" Target="../media/image81.png"/><Relationship Id="rId1" Type="http://schemas.openxmlformats.org/officeDocument/2006/relationships/image" Target="../media/image8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6.svg"/><Relationship Id="rId15" Type="http://schemas.openxmlformats.org/officeDocument/2006/relationships/image" Target="../media/image35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png"/><Relationship Id="rId8" Type="http://schemas.openxmlformats.org/officeDocument/2006/relationships/image" Target="../media/image95.svg"/><Relationship Id="rId7" Type="http://schemas.openxmlformats.org/officeDocument/2006/relationships/image" Target="../media/image94.png"/><Relationship Id="rId6" Type="http://schemas.openxmlformats.org/officeDocument/2006/relationships/image" Target="../media/image93.svg"/><Relationship Id="rId5" Type="http://schemas.openxmlformats.org/officeDocument/2006/relationships/image" Target="../media/image92.png"/><Relationship Id="rId4" Type="http://schemas.openxmlformats.org/officeDocument/2006/relationships/image" Target="../media/image91.svg"/><Relationship Id="rId3" Type="http://schemas.openxmlformats.org/officeDocument/2006/relationships/image" Target="../media/image90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07.svg"/><Relationship Id="rId2" Type="http://schemas.openxmlformats.org/officeDocument/2006/relationships/image" Target="../media/image89.svg"/><Relationship Id="rId19" Type="http://schemas.openxmlformats.org/officeDocument/2006/relationships/image" Target="../media/image106.png"/><Relationship Id="rId18" Type="http://schemas.openxmlformats.org/officeDocument/2006/relationships/image" Target="../media/image105.svg"/><Relationship Id="rId17" Type="http://schemas.openxmlformats.org/officeDocument/2006/relationships/image" Target="../media/image104.png"/><Relationship Id="rId16" Type="http://schemas.openxmlformats.org/officeDocument/2006/relationships/image" Target="../media/image103.svg"/><Relationship Id="rId15" Type="http://schemas.openxmlformats.org/officeDocument/2006/relationships/image" Target="../media/image102.png"/><Relationship Id="rId14" Type="http://schemas.openxmlformats.org/officeDocument/2006/relationships/image" Target="../media/image101.svg"/><Relationship Id="rId13" Type="http://schemas.openxmlformats.org/officeDocument/2006/relationships/image" Target="../media/image100.png"/><Relationship Id="rId12" Type="http://schemas.openxmlformats.org/officeDocument/2006/relationships/image" Target="../media/image99.svg"/><Relationship Id="rId11" Type="http://schemas.openxmlformats.org/officeDocument/2006/relationships/image" Target="../media/image98.png"/><Relationship Id="rId10" Type="http://schemas.openxmlformats.org/officeDocument/2006/relationships/image" Target="../media/image97.svg"/><Relationship Id="rId1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72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6243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38251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943225" y="2381250"/>
            <a:ext cx="179705" cy="9612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124835" y="268478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 flipV="1">
            <a:off x="3124835" y="4549775"/>
            <a:ext cx="2358390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>
            <a:off x="3133725" y="4777105"/>
            <a:ext cx="23580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2827655" y="2395855"/>
            <a:ext cx="245999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Step1.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intent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053080" y="4262755"/>
            <a:ext cx="217043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Step3.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Construct order request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919470" y="5005070"/>
            <a:ext cx="24768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6167755" y="4714875"/>
            <a:ext cx="2203450" cy="270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Step4.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Relay tampered request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AC1F18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AC1F18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9855" y="4029075"/>
            <a:ext cx="337820" cy="337820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6272530" y="3552825"/>
            <a:ext cx="222377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Step2.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Hijack intent Resolution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9" name="图片 8" descr="错误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78525" y="2562225"/>
            <a:ext cx="259715" cy="259715"/>
          </a:xfrm>
          <a:prstGeom prst="rect">
            <a:avLst/>
          </a:prstGeom>
        </p:spPr>
      </p:pic>
      <p:sp>
        <p:nvSpPr>
          <p:cNvPr id="37" name="矩形 36"/>
          <p:cNvSpPr/>
          <p:nvPr/>
        </p:nvSpPr>
        <p:spPr>
          <a:xfrm>
            <a:off x="2950210" y="4335780"/>
            <a:ext cx="179705" cy="1010920"/>
          </a:xfrm>
          <a:prstGeom prst="rect">
            <a:avLst/>
          </a:prstGeom>
          <a:solidFill>
            <a:srgbClr val="668BAB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对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54395" y="4717415"/>
            <a:ext cx="353060" cy="353060"/>
          </a:xfrm>
          <a:prstGeom prst="rect">
            <a:avLst/>
          </a:prstGeom>
        </p:spPr>
      </p:pic>
      <p:cxnSp>
        <p:nvCxnSpPr>
          <p:cNvPr id="35" name="直接箭头连接符 34"/>
          <p:cNvCxnSpPr/>
          <p:nvPr/>
        </p:nvCxnSpPr>
        <p:spPr>
          <a:xfrm>
            <a:off x="5645785" y="2685600"/>
            <a:ext cx="2754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8" name="图形 6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670549" y="3411088"/>
            <a:ext cx="720000" cy="72000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1801495" y="4013200"/>
            <a:ext cx="2471420" cy="372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Platform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0" name="组合 59"/>
          <p:cNvGrpSpPr/>
          <p:nvPr/>
        </p:nvGrpSpPr>
        <p:grpSpPr>
          <a:xfrm>
            <a:off x="5053965" y="2298065"/>
            <a:ext cx="1339200" cy="1123200"/>
            <a:chOff x="920" y="310"/>
            <a:chExt cx="7930" cy="7930"/>
          </a:xfrm>
        </p:grpSpPr>
        <p:pic>
          <p:nvPicPr>
            <p:cNvPr id="61" name="图片 60" descr="ef56901b-e67b-48c3-91cc-2ffb6efbef1e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20" y="310"/>
              <a:ext cx="7930" cy="7930"/>
            </a:xfrm>
            <a:prstGeom prst="rect">
              <a:avLst/>
            </a:prstGeom>
          </p:spPr>
        </p:pic>
        <p:pic>
          <p:nvPicPr>
            <p:cNvPr id="62" name="图片 61"/>
            <p:cNvPicPr>
              <a:picLocks noChangeAspect="1"/>
            </p:cNvPicPr>
            <p:nvPr/>
          </p:nvPicPr>
          <p:blipFill>
            <a:blip r:embed="rId12"/>
            <a:srcRect l="-3754" t="-1049" r="-3228" b="-1375"/>
            <a:stretch>
              <a:fillRect/>
            </a:stretch>
          </p:blipFill>
          <p:spPr>
            <a:xfrm>
              <a:off x="3440" y="1324"/>
              <a:ext cx="2850" cy="5811"/>
            </a:xfrm>
            <a:prstGeom prst="roundRect">
              <a:avLst/>
            </a:prstGeom>
          </p:spPr>
        </p:pic>
      </p:grpSp>
      <p:sp>
        <p:nvSpPr>
          <p:cNvPr id="77" name="矩形 76"/>
          <p:cNvSpPr/>
          <p:nvPr/>
        </p:nvSpPr>
        <p:spPr>
          <a:xfrm>
            <a:off x="8515350" y="2379345"/>
            <a:ext cx="179705" cy="183197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5050155" y="4237355"/>
            <a:ext cx="1339200" cy="1123200"/>
            <a:chOff x="2680" y="310"/>
            <a:chExt cx="7930" cy="7930"/>
          </a:xfrm>
        </p:grpSpPr>
        <p:pic>
          <p:nvPicPr>
            <p:cNvPr id="80" name="图片 79" descr="ef56901b-e67b-48c3-91cc-2ffb6efbef1e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80" y="310"/>
              <a:ext cx="7930" cy="7930"/>
            </a:xfrm>
            <a:prstGeom prst="rect">
              <a:avLst/>
            </a:prstGeom>
          </p:spPr>
        </p:pic>
        <p:pic>
          <p:nvPicPr>
            <p:cNvPr id="81" name="图片 80"/>
            <p:cNvPicPr/>
            <p:nvPr/>
          </p:nvPicPr>
          <p:blipFill>
            <a:blip r:embed="rId13"/>
            <a:srcRect l="-2695" t="-3168" r="-2879" b="-945"/>
            <a:stretch>
              <a:fillRect/>
            </a:stretch>
          </p:blipFill>
          <p:spPr>
            <a:xfrm>
              <a:off x="5205" y="1185"/>
              <a:ext cx="2860" cy="5950"/>
            </a:xfrm>
            <a:prstGeom prst="roundRect">
              <a:avLst/>
            </a:prstGeom>
          </p:spPr>
        </p:pic>
      </p:grpSp>
      <p:sp>
        <p:nvSpPr>
          <p:cNvPr id="82" name="文本框 81"/>
          <p:cNvSpPr txBox="1"/>
          <p:nvPr/>
        </p:nvSpPr>
        <p:spPr>
          <a:xfrm>
            <a:off x="3202940" y="479488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aaaa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bbbb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&amp;order_id=</a:t>
            </a:r>
            <a:r>
              <a:rPr lang="en-US" altLang="zh-CN" sz="1200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&amp;sign=</a:t>
            </a:r>
            <a:r>
              <a:rPr lang="en-US" altLang="zh-CN" sz="1200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endParaRPr lang="en-US" altLang="zh-CN" sz="1200">
              <a:solidFill>
                <a:srgbClr val="C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3171190" y="2698750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aaaa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bbbb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&amp;order_id=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cccc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&amp;sign=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endParaRPr lang="en-US" altLang="zh-CN" sz="1200">
              <a:solidFill>
                <a:srgbClr val="0070C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88" name="组合 87"/>
          <p:cNvGrpSpPr/>
          <p:nvPr/>
        </p:nvGrpSpPr>
        <p:grpSpPr>
          <a:xfrm>
            <a:off x="7968615" y="4237200"/>
            <a:ext cx="1339200" cy="1123200"/>
            <a:chOff x="12523" y="1705"/>
            <a:chExt cx="7930" cy="7930"/>
          </a:xfrm>
        </p:grpSpPr>
        <p:pic>
          <p:nvPicPr>
            <p:cNvPr id="85" name="图片 84" descr="ef56901b-e67b-48c3-91cc-2ffb6efbef1e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523" y="1705"/>
              <a:ext cx="7930" cy="7930"/>
            </a:xfrm>
            <a:prstGeom prst="rect">
              <a:avLst/>
            </a:prstGeom>
          </p:spPr>
        </p:pic>
        <p:pic>
          <p:nvPicPr>
            <p:cNvPr id="86" name="图片 85"/>
            <p:cNvPicPr>
              <a:picLocks noChangeAspect="1"/>
            </p:cNvPicPr>
            <p:nvPr/>
          </p:nvPicPr>
          <p:blipFill>
            <a:blip r:embed="rId14"/>
            <a:srcRect l="-3720" t="-1175" r="-2518" b="-684"/>
            <a:stretch>
              <a:fillRect/>
            </a:stretch>
          </p:blipFill>
          <p:spPr>
            <a:xfrm>
              <a:off x="15054" y="2702"/>
              <a:ext cx="2827" cy="5807"/>
            </a:xfrm>
            <a:prstGeom prst="roundRect">
              <a:avLst/>
            </a:prstGeom>
          </p:spPr>
        </p:pic>
      </p:grpSp>
      <p:pic>
        <p:nvPicPr>
          <p:cNvPr id="89" name="图片 88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79160" y="1665605"/>
            <a:ext cx="337820" cy="337820"/>
          </a:xfrm>
          <a:prstGeom prst="rect">
            <a:avLst/>
          </a:prstGeom>
        </p:spPr>
      </p:pic>
      <p:sp>
        <p:nvSpPr>
          <p:cNvPr id="90" name="任意多边形 89"/>
          <p:cNvSpPr/>
          <p:nvPr/>
        </p:nvSpPr>
        <p:spPr>
          <a:xfrm>
            <a:off x="5986780" y="3003550"/>
            <a:ext cx="361950" cy="1435100"/>
          </a:xfrm>
          <a:custGeom>
            <a:avLst/>
            <a:gdLst>
              <a:gd name="connisteX0" fmla="*/ 0 w 362087"/>
              <a:gd name="connsiteY0" fmla="*/ 0 h 1435100"/>
              <a:gd name="connisteX1" fmla="*/ 361950 w 362087"/>
              <a:gd name="connsiteY1" fmla="*/ 705485 h 1435100"/>
              <a:gd name="connisteX2" fmla="*/ 36195 w 362087"/>
              <a:gd name="connsiteY2" fmla="*/ 1435100 h 14351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62088" h="1435100">
                <a:moveTo>
                  <a:pt x="0" y="0"/>
                </a:moveTo>
                <a:cubicBezTo>
                  <a:pt x="78740" y="126365"/>
                  <a:pt x="354965" y="418465"/>
                  <a:pt x="361950" y="705485"/>
                </a:cubicBezTo>
                <a:cubicBezTo>
                  <a:pt x="368935" y="992505"/>
                  <a:pt x="108585" y="1303020"/>
                  <a:pt x="36195" y="143510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8" name="矩形 37"/>
          <p:cNvSpPr/>
          <p:nvPr/>
        </p:nvSpPr>
        <p:spPr>
          <a:xfrm>
            <a:off x="1624965" y="3774440"/>
            <a:ext cx="7439025" cy="1589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17980" y="1366520"/>
            <a:ext cx="7439025" cy="21316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5167630" y="2712085"/>
            <a:ext cx="297327" cy="1379220"/>
          </a:xfrm>
          <a:custGeom>
            <a:avLst/>
            <a:gdLst>
              <a:gd name="connsiteX0" fmla="*/ 204 w 468"/>
              <a:gd name="connsiteY0" fmla="*/ 0 h 2172"/>
              <a:gd name="connsiteX1" fmla="*/ 462 w 468"/>
              <a:gd name="connsiteY1" fmla="*/ 566 h 2172"/>
              <a:gd name="connsiteX2" fmla="*/ 0 w 468"/>
              <a:gd name="connsiteY2" fmla="*/ 2172 h 2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8" h="2172">
                <a:moveTo>
                  <a:pt x="204" y="0"/>
                </a:moveTo>
                <a:cubicBezTo>
                  <a:pt x="312" y="95"/>
                  <a:pt x="397" y="296"/>
                  <a:pt x="462" y="566"/>
                </a:cubicBezTo>
                <a:cubicBezTo>
                  <a:pt x="528" y="837"/>
                  <a:pt x="49" y="2023"/>
                  <a:pt x="0" y="2172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943225" y="2381250"/>
            <a:ext cx="179705" cy="86233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381250"/>
            <a:ext cx="180000" cy="864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891600"/>
            <a:ext cx="179705" cy="1210310"/>
          </a:xfrm>
          <a:prstGeom prst="rect">
            <a:avLst/>
          </a:prstGeom>
          <a:solidFill>
            <a:srgbClr val="AC1F18"/>
          </a:solidFill>
          <a:ln>
            <a:solidFill>
              <a:srgbClr val="AC1F18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68478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64287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801745" y="238887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411861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 flipV="1">
            <a:off x="3202940" y="444754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500370" y="314134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171190" y="377507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190240" y="268795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328035" y="383540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70408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38023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893435" y="44157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AC1F18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AC1F18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6775" y="172339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84850" y="318198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3202940" y="445833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68478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9" name="图片 8" descr="错误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1130" y="2555240"/>
            <a:ext cx="259715" cy="259715"/>
          </a:xfrm>
          <a:prstGeom prst="rect">
            <a:avLst/>
          </a:prstGeom>
        </p:spPr>
      </p:pic>
      <p:sp>
        <p:nvSpPr>
          <p:cNvPr id="36" name="矩形 35"/>
          <p:cNvSpPr/>
          <p:nvPr/>
        </p:nvSpPr>
        <p:spPr>
          <a:xfrm>
            <a:off x="1431290" y="1196340"/>
            <a:ext cx="1211580" cy="539115"/>
          </a:xfrm>
          <a:prstGeom prst="rect">
            <a:avLst/>
          </a:prstGeom>
          <a:solidFill>
            <a:srgbClr val="EAEAEA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Victim’s device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943225" y="3891915"/>
            <a:ext cx="179705" cy="12096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624965" y="3774440"/>
            <a:ext cx="1211580" cy="5391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Attacker’s device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8298000" y="3891915"/>
            <a:ext cx="180000" cy="12096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对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6525" y="4458335"/>
            <a:ext cx="353060" cy="353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4" name="组合 13"/>
          <p:cNvGrpSpPr/>
          <p:nvPr/>
        </p:nvGrpSpPr>
        <p:grpSpPr>
          <a:xfrm>
            <a:off x="4953000" y="196850"/>
            <a:ext cx="5035550" cy="5035550"/>
            <a:chOff x="920" y="310"/>
            <a:chExt cx="7930" cy="7930"/>
          </a:xfrm>
        </p:grpSpPr>
        <p:pic>
          <p:nvPicPr>
            <p:cNvPr id="15" name="图片 14" descr="ef56901b-e67b-48c3-91cc-2ffb6efbef1e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20" y="310"/>
              <a:ext cx="7930" cy="7930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2"/>
            <a:srcRect l="-3754" t="-1049" r="-3228" b="-1375"/>
            <a:stretch>
              <a:fillRect/>
            </a:stretch>
          </p:blipFill>
          <p:spPr>
            <a:xfrm>
              <a:off x="3440" y="1324"/>
              <a:ext cx="2850" cy="5811"/>
            </a:xfrm>
            <a:prstGeom prst="roundRect">
              <a:avLst/>
            </a:prstGeom>
          </p:spPr>
        </p:pic>
      </p:grpSp>
      <p:pic>
        <p:nvPicPr>
          <p:cNvPr id="9" name="图片 8" descr="ef56901b-e67b-48c3-91cc-2ffb6efbef1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1800" y="196850"/>
            <a:ext cx="5035550" cy="5035550"/>
          </a:xfrm>
          <a:prstGeom prst="rect">
            <a:avLst/>
          </a:prstGeom>
        </p:spPr>
      </p:pic>
      <p:pic>
        <p:nvPicPr>
          <p:cNvPr id="10" name="图片 9" descr="D:/实验研究/论文研究/支付协议/支付协议/支付模型ppt/2.jpg2"/>
          <p:cNvPicPr>
            <a:picLocks noChangeAspect="1"/>
          </p:cNvPicPr>
          <p:nvPr/>
        </p:nvPicPr>
        <p:blipFill>
          <a:blip r:embed="rId3"/>
          <a:srcRect l="-2593" t="-2073" r="-2963" b="-1388"/>
          <a:stretch>
            <a:fillRect/>
          </a:stretch>
        </p:blipFill>
        <p:spPr>
          <a:xfrm>
            <a:off x="3308350" y="790575"/>
            <a:ext cx="1809750" cy="3740150"/>
          </a:xfrm>
          <a:prstGeom prst="roundRect">
            <a:avLst/>
          </a:prstGeom>
        </p:spPr>
      </p:pic>
      <p:pic>
        <p:nvPicPr>
          <p:cNvPr id="39" name="图片 38" descr="D:/实验研究/论文研究/支付协议/支付协议/支付模型ppt/序号1-01.svg序号1-01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3" b="23"/>
          <a:stretch>
            <a:fillRect/>
          </a:stretch>
        </p:blipFill>
        <p:spPr>
          <a:xfrm>
            <a:off x="5327650" y="1313815"/>
            <a:ext cx="360000" cy="360000"/>
          </a:xfrm>
          <a:prstGeom prst="rect">
            <a:avLst/>
          </a:prstGeom>
        </p:spPr>
      </p:pic>
      <p:pic>
        <p:nvPicPr>
          <p:cNvPr id="40" name="图片 39" descr="D:/实验研究/论文研究/支付协议/支付协议/支付模型ppt/序号2-01.svg序号2-01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23" b="23"/>
          <a:stretch>
            <a:fillRect/>
          </a:stretch>
        </p:blipFill>
        <p:spPr>
          <a:xfrm>
            <a:off x="8724265" y="1313815"/>
            <a:ext cx="360000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634</Words>
  <Application>WPS 演示</Application>
  <PresentationFormat>宽屏</PresentationFormat>
  <Paragraphs>70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邓起仪</cp:lastModifiedBy>
  <cp:revision>41</cp:revision>
  <dcterms:created xsi:type="dcterms:W3CDTF">2023-08-09T12:44:00Z</dcterms:created>
  <dcterms:modified xsi:type="dcterms:W3CDTF">2026-01-21T16:01:11Z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ED6AFDE8E0B04ECF9244A40C7740298D_13</vt:lpwstr>
  </property>
</Properties>
</file>