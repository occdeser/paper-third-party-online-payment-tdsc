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2"/>
  </p:notesMasterIdLst>
  <p:sldIdLst>
    <p:sldId id="256" r:id="rId2"/>
    <p:sldId id="260" r:id="rId3"/>
    <p:sldId id="259" r:id="rId4"/>
    <p:sldId id="264" r:id="rId5"/>
    <p:sldId id="261" r:id="rId6"/>
    <p:sldId id="262" r:id="rId7"/>
    <p:sldId id="265" r:id="rId8"/>
    <p:sldId id="257" r:id="rId9"/>
    <p:sldId id="258" r:id="rId10"/>
    <p:sldId id="263" r:id="rId11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52" userDrawn="1">
          <p15:clr>
            <a:srgbClr val="A4A3A4"/>
          </p15:clr>
        </p15:guide>
        <p15:guide id="2" pos="4974" userDrawn="1">
          <p15:clr>
            <a:srgbClr val="A4A3A4"/>
          </p15:clr>
        </p15:guide>
        <p15:guide id="3" orient="horz" pos="451" userDrawn="1">
          <p15:clr>
            <a:srgbClr val="A4A3A4"/>
          </p15:clr>
        </p15:guide>
        <p15:guide id="4" pos="359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E54A1"/>
    <a:srgbClr val="4A5F7E"/>
    <a:srgbClr val="668BAB"/>
    <a:srgbClr val="5A8C78"/>
    <a:srgbClr val="EAEAEA"/>
    <a:srgbClr val="C8C8C8"/>
    <a:srgbClr val="828282"/>
    <a:srgbClr val="AC1F18"/>
    <a:srgbClr val="FAA09C"/>
    <a:srgbClr val="B5655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562" autoAdjust="0"/>
    <p:restoredTop sz="94660"/>
  </p:normalViewPr>
  <p:slideViewPr>
    <p:cSldViewPr snapToGrid="0" showGuides="1">
      <p:cViewPr>
        <p:scale>
          <a:sx n="100" d="100"/>
          <a:sy n="100" d="100"/>
        </p:scale>
        <p:origin x="2200" y="1456"/>
      </p:cViewPr>
      <p:guideLst>
        <p:guide orient="horz" pos="3152"/>
        <p:guide pos="4974"/>
        <p:guide orient="horz" pos="451"/>
        <p:guide pos="359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  <a:t>2026/1/23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2026/1/23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2026/1/23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2026/1/23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2026/1/23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2026/1/23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2026/1/23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2026/1/23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2026/1/23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2026/1/23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2026/1/23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2026/1/23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  <a:t>2026/1/23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2.svg"/><Relationship Id="rId18" Type="http://schemas.openxmlformats.org/officeDocument/2006/relationships/image" Target="../media/image17.png"/><Relationship Id="rId26" Type="http://schemas.openxmlformats.org/officeDocument/2006/relationships/image" Target="../media/image25.png"/><Relationship Id="rId39" Type="http://schemas.openxmlformats.org/officeDocument/2006/relationships/image" Target="../media/image38.svg"/><Relationship Id="rId21" Type="http://schemas.openxmlformats.org/officeDocument/2006/relationships/image" Target="../media/image20.svg"/><Relationship Id="rId34" Type="http://schemas.openxmlformats.org/officeDocument/2006/relationships/image" Target="../media/image33.png"/><Relationship Id="rId7" Type="http://schemas.openxmlformats.org/officeDocument/2006/relationships/image" Target="../media/image6.svg"/><Relationship Id="rId12" Type="http://schemas.openxmlformats.org/officeDocument/2006/relationships/image" Target="../media/image11.png"/><Relationship Id="rId17" Type="http://schemas.openxmlformats.org/officeDocument/2006/relationships/image" Target="../media/image16.svg"/><Relationship Id="rId25" Type="http://schemas.openxmlformats.org/officeDocument/2006/relationships/image" Target="../media/image24.svg"/><Relationship Id="rId33" Type="http://schemas.openxmlformats.org/officeDocument/2006/relationships/image" Target="../media/image32.svg"/><Relationship Id="rId38" Type="http://schemas.openxmlformats.org/officeDocument/2006/relationships/image" Target="../media/image37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20" Type="http://schemas.openxmlformats.org/officeDocument/2006/relationships/image" Target="../media/image19.png"/><Relationship Id="rId29" Type="http://schemas.openxmlformats.org/officeDocument/2006/relationships/image" Target="../media/image28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24" Type="http://schemas.openxmlformats.org/officeDocument/2006/relationships/image" Target="../media/image23.png"/><Relationship Id="rId32" Type="http://schemas.openxmlformats.org/officeDocument/2006/relationships/image" Target="../media/image31.png"/><Relationship Id="rId37" Type="http://schemas.openxmlformats.org/officeDocument/2006/relationships/image" Target="../media/image36.svg"/><Relationship Id="rId5" Type="http://schemas.openxmlformats.org/officeDocument/2006/relationships/image" Target="../media/image4.svg"/><Relationship Id="rId15" Type="http://schemas.openxmlformats.org/officeDocument/2006/relationships/image" Target="../media/image14.svg"/><Relationship Id="rId23" Type="http://schemas.openxmlformats.org/officeDocument/2006/relationships/image" Target="../media/image22.svg"/><Relationship Id="rId28" Type="http://schemas.openxmlformats.org/officeDocument/2006/relationships/image" Target="../media/image27.png"/><Relationship Id="rId36" Type="http://schemas.openxmlformats.org/officeDocument/2006/relationships/image" Target="../media/image35.png"/><Relationship Id="rId10" Type="http://schemas.openxmlformats.org/officeDocument/2006/relationships/image" Target="../media/image9.png"/><Relationship Id="rId19" Type="http://schemas.openxmlformats.org/officeDocument/2006/relationships/image" Target="../media/image18.svg"/><Relationship Id="rId31" Type="http://schemas.openxmlformats.org/officeDocument/2006/relationships/image" Target="../media/image30.sv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3.png"/><Relationship Id="rId22" Type="http://schemas.openxmlformats.org/officeDocument/2006/relationships/image" Target="../media/image21.png"/><Relationship Id="rId27" Type="http://schemas.openxmlformats.org/officeDocument/2006/relationships/image" Target="../media/image26.svg"/><Relationship Id="rId30" Type="http://schemas.openxmlformats.org/officeDocument/2006/relationships/image" Target="../media/image29.png"/><Relationship Id="rId35" Type="http://schemas.openxmlformats.org/officeDocument/2006/relationships/image" Target="../media/image34.svg"/><Relationship Id="rId8" Type="http://schemas.openxmlformats.org/officeDocument/2006/relationships/image" Target="../media/image7.png"/><Relationship Id="rId3" Type="http://schemas.openxmlformats.org/officeDocument/2006/relationships/image" Target="../media/image2.sv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13" Type="http://schemas.openxmlformats.org/officeDocument/2006/relationships/image" Target="../media/image50.svg"/><Relationship Id="rId18" Type="http://schemas.openxmlformats.org/officeDocument/2006/relationships/image" Target="../media/image55.svg"/><Relationship Id="rId26" Type="http://schemas.openxmlformats.org/officeDocument/2006/relationships/image" Target="../media/image63.svg"/><Relationship Id="rId3" Type="http://schemas.openxmlformats.org/officeDocument/2006/relationships/image" Target="../media/image40.svg"/><Relationship Id="rId21" Type="http://schemas.openxmlformats.org/officeDocument/2006/relationships/image" Target="../media/image58.png"/><Relationship Id="rId7" Type="http://schemas.openxmlformats.org/officeDocument/2006/relationships/image" Target="../media/image44.svg"/><Relationship Id="rId12" Type="http://schemas.openxmlformats.org/officeDocument/2006/relationships/image" Target="../media/image49.png"/><Relationship Id="rId17" Type="http://schemas.openxmlformats.org/officeDocument/2006/relationships/image" Target="../media/image54.png"/><Relationship Id="rId25" Type="http://schemas.openxmlformats.org/officeDocument/2006/relationships/image" Target="../media/image62.png"/><Relationship Id="rId2" Type="http://schemas.openxmlformats.org/officeDocument/2006/relationships/image" Target="../media/image39.png"/><Relationship Id="rId16" Type="http://schemas.openxmlformats.org/officeDocument/2006/relationships/image" Target="../media/image53.svg"/><Relationship Id="rId20" Type="http://schemas.openxmlformats.org/officeDocument/2006/relationships/image" Target="../media/image57.svg"/><Relationship Id="rId29" Type="http://schemas.openxmlformats.org/officeDocument/2006/relationships/image" Target="../media/image6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3.png"/><Relationship Id="rId11" Type="http://schemas.openxmlformats.org/officeDocument/2006/relationships/image" Target="../media/image48.svg"/><Relationship Id="rId24" Type="http://schemas.openxmlformats.org/officeDocument/2006/relationships/image" Target="../media/image61.svg"/><Relationship Id="rId5" Type="http://schemas.openxmlformats.org/officeDocument/2006/relationships/image" Target="../media/image42.svg"/><Relationship Id="rId15" Type="http://schemas.openxmlformats.org/officeDocument/2006/relationships/image" Target="../media/image52.png"/><Relationship Id="rId23" Type="http://schemas.openxmlformats.org/officeDocument/2006/relationships/image" Target="../media/image60.png"/><Relationship Id="rId28" Type="http://schemas.openxmlformats.org/officeDocument/2006/relationships/image" Target="../media/image65.svg"/><Relationship Id="rId10" Type="http://schemas.openxmlformats.org/officeDocument/2006/relationships/image" Target="../media/image47.png"/><Relationship Id="rId19" Type="http://schemas.openxmlformats.org/officeDocument/2006/relationships/image" Target="../media/image56.png"/><Relationship Id="rId4" Type="http://schemas.openxmlformats.org/officeDocument/2006/relationships/image" Target="../media/image41.png"/><Relationship Id="rId9" Type="http://schemas.openxmlformats.org/officeDocument/2006/relationships/image" Target="../media/image46.svg"/><Relationship Id="rId14" Type="http://schemas.openxmlformats.org/officeDocument/2006/relationships/image" Target="../media/image51.svg"/><Relationship Id="rId22" Type="http://schemas.openxmlformats.org/officeDocument/2006/relationships/image" Target="../media/image59.svg"/><Relationship Id="rId27" Type="http://schemas.openxmlformats.org/officeDocument/2006/relationships/image" Target="../media/image64.png"/><Relationship Id="rId30" Type="http://schemas.openxmlformats.org/officeDocument/2006/relationships/image" Target="../media/image67.sv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6.svg"/><Relationship Id="rId18" Type="http://schemas.openxmlformats.org/officeDocument/2006/relationships/image" Target="../media/image68.png"/><Relationship Id="rId3" Type="http://schemas.openxmlformats.org/officeDocument/2006/relationships/image" Target="../media/image2.svg"/><Relationship Id="rId21" Type="http://schemas.openxmlformats.org/officeDocument/2006/relationships/image" Target="../media/image18.svg"/><Relationship Id="rId7" Type="http://schemas.openxmlformats.org/officeDocument/2006/relationships/image" Target="../media/image8.svg"/><Relationship Id="rId12" Type="http://schemas.openxmlformats.org/officeDocument/2006/relationships/image" Target="../media/image15.png"/><Relationship Id="rId17" Type="http://schemas.openxmlformats.org/officeDocument/2006/relationships/image" Target="../media/image30.svg"/><Relationship Id="rId2" Type="http://schemas.openxmlformats.org/officeDocument/2006/relationships/image" Target="../media/image1.png"/><Relationship Id="rId16" Type="http://schemas.openxmlformats.org/officeDocument/2006/relationships/image" Target="../media/image29.png"/><Relationship Id="rId20" Type="http://schemas.openxmlformats.org/officeDocument/2006/relationships/image" Target="../media/image1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11" Type="http://schemas.openxmlformats.org/officeDocument/2006/relationships/image" Target="../media/image20.svg"/><Relationship Id="rId5" Type="http://schemas.openxmlformats.org/officeDocument/2006/relationships/image" Target="../media/image26.svg"/><Relationship Id="rId15" Type="http://schemas.openxmlformats.org/officeDocument/2006/relationships/image" Target="../media/image22.svg"/><Relationship Id="rId10" Type="http://schemas.openxmlformats.org/officeDocument/2006/relationships/image" Target="../media/image19.png"/><Relationship Id="rId19" Type="http://schemas.openxmlformats.org/officeDocument/2006/relationships/image" Target="../media/image69.svg"/><Relationship Id="rId4" Type="http://schemas.openxmlformats.org/officeDocument/2006/relationships/image" Target="../media/image25.png"/><Relationship Id="rId9" Type="http://schemas.openxmlformats.org/officeDocument/2006/relationships/image" Target="../media/image10.svg"/><Relationship Id="rId14" Type="http://schemas.openxmlformats.org/officeDocument/2006/relationships/image" Target="../media/image21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5.svg"/><Relationship Id="rId13" Type="http://schemas.openxmlformats.org/officeDocument/2006/relationships/image" Target="../media/image80.png"/><Relationship Id="rId3" Type="http://schemas.openxmlformats.org/officeDocument/2006/relationships/image" Target="../media/image70.png"/><Relationship Id="rId7" Type="http://schemas.openxmlformats.org/officeDocument/2006/relationships/image" Target="../media/image74.png"/><Relationship Id="rId12" Type="http://schemas.openxmlformats.org/officeDocument/2006/relationships/image" Target="../media/image79.jpe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83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3.svg"/><Relationship Id="rId11" Type="http://schemas.openxmlformats.org/officeDocument/2006/relationships/image" Target="../media/image78.png"/><Relationship Id="rId5" Type="http://schemas.openxmlformats.org/officeDocument/2006/relationships/image" Target="../media/image72.png"/><Relationship Id="rId15" Type="http://schemas.openxmlformats.org/officeDocument/2006/relationships/image" Target="../media/image82.png"/><Relationship Id="rId10" Type="http://schemas.openxmlformats.org/officeDocument/2006/relationships/image" Target="../media/image77.png"/><Relationship Id="rId4" Type="http://schemas.openxmlformats.org/officeDocument/2006/relationships/image" Target="../media/image71.svg"/><Relationship Id="rId9" Type="http://schemas.openxmlformats.org/officeDocument/2006/relationships/image" Target="../media/image76.png"/><Relationship Id="rId14" Type="http://schemas.openxmlformats.org/officeDocument/2006/relationships/image" Target="../media/image81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1.svg"/><Relationship Id="rId3" Type="http://schemas.openxmlformats.org/officeDocument/2006/relationships/image" Target="../media/image82.png"/><Relationship Id="rId7" Type="http://schemas.openxmlformats.org/officeDocument/2006/relationships/image" Target="../media/image8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1.svg"/><Relationship Id="rId5" Type="http://schemas.openxmlformats.org/officeDocument/2006/relationships/image" Target="../media/image70.png"/><Relationship Id="rId10" Type="http://schemas.openxmlformats.org/officeDocument/2006/relationships/image" Target="../media/image73.svg"/><Relationship Id="rId4" Type="http://schemas.openxmlformats.org/officeDocument/2006/relationships/image" Target="../media/image83.svg"/><Relationship Id="rId9" Type="http://schemas.openxmlformats.org/officeDocument/2006/relationships/image" Target="../media/image72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8.svg"/><Relationship Id="rId3" Type="http://schemas.openxmlformats.org/officeDocument/2006/relationships/image" Target="../media/image84.jpeg"/><Relationship Id="rId7" Type="http://schemas.openxmlformats.org/officeDocument/2006/relationships/image" Target="../media/image87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7.png"/><Relationship Id="rId5" Type="http://schemas.openxmlformats.org/officeDocument/2006/relationships/image" Target="../media/image86.svg"/><Relationship Id="rId4" Type="http://schemas.openxmlformats.org/officeDocument/2006/relationships/image" Target="../media/image8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0.jpe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6.svg"/><Relationship Id="rId3" Type="http://schemas.openxmlformats.org/officeDocument/2006/relationships/image" Target="../media/image2.svg"/><Relationship Id="rId7" Type="http://schemas.openxmlformats.org/officeDocument/2006/relationships/image" Target="../media/image8.svg"/><Relationship Id="rId12" Type="http://schemas.openxmlformats.org/officeDocument/2006/relationships/image" Target="../media/image1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11" Type="http://schemas.openxmlformats.org/officeDocument/2006/relationships/image" Target="../media/image20.svg"/><Relationship Id="rId5" Type="http://schemas.openxmlformats.org/officeDocument/2006/relationships/image" Target="../media/image26.svg"/><Relationship Id="rId15" Type="http://schemas.openxmlformats.org/officeDocument/2006/relationships/image" Target="../media/image22.svg"/><Relationship Id="rId10" Type="http://schemas.openxmlformats.org/officeDocument/2006/relationships/image" Target="../media/image19.png"/><Relationship Id="rId4" Type="http://schemas.openxmlformats.org/officeDocument/2006/relationships/image" Target="../media/image25.png"/><Relationship Id="rId9" Type="http://schemas.openxmlformats.org/officeDocument/2006/relationships/image" Target="../media/image10.svg"/><Relationship Id="rId14" Type="http://schemas.openxmlformats.org/officeDocument/2006/relationships/image" Target="../media/image21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6.svg"/><Relationship Id="rId3" Type="http://schemas.openxmlformats.org/officeDocument/2006/relationships/image" Target="../media/image2.svg"/><Relationship Id="rId7" Type="http://schemas.openxmlformats.org/officeDocument/2006/relationships/image" Target="../media/image8.svg"/><Relationship Id="rId12" Type="http://schemas.openxmlformats.org/officeDocument/2006/relationships/image" Target="../media/image15.png"/><Relationship Id="rId17" Type="http://schemas.openxmlformats.org/officeDocument/2006/relationships/image" Target="../media/image36.svg"/><Relationship Id="rId2" Type="http://schemas.openxmlformats.org/officeDocument/2006/relationships/image" Target="../media/image1.png"/><Relationship Id="rId16" Type="http://schemas.openxmlformats.org/officeDocument/2006/relationships/image" Target="../media/image3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11" Type="http://schemas.openxmlformats.org/officeDocument/2006/relationships/image" Target="../media/image20.svg"/><Relationship Id="rId5" Type="http://schemas.openxmlformats.org/officeDocument/2006/relationships/image" Target="../media/image26.svg"/><Relationship Id="rId15" Type="http://schemas.openxmlformats.org/officeDocument/2006/relationships/image" Target="../media/image22.svg"/><Relationship Id="rId10" Type="http://schemas.openxmlformats.org/officeDocument/2006/relationships/image" Target="../media/image19.png"/><Relationship Id="rId4" Type="http://schemas.openxmlformats.org/officeDocument/2006/relationships/image" Target="../media/image25.png"/><Relationship Id="rId9" Type="http://schemas.openxmlformats.org/officeDocument/2006/relationships/image" Target="../media/image10.svg"/><Relationship Id="rId14" Type="http://schemas.openxmlformats.org/officeDocument/2006/relationships/image" Target="../media/image21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96.png"/><Relationship Id="rId13" Type="http://schemas.openxmlformats.org/officeDocument/2006/relationships/image" Target="../media/image101.svg"/><Relationship Id="rId18" Type="http://schemas.openxmlformats.org/officeDocument/2006/relationships/image" Target="../media/image106.png"/><Relationship Id="rId3" Type="http://schemas.openxmlformats.org/officeDocument/2006/relationships/image" Target="../media/image91.svg"/><Relationship Id="rId21" Type="http://schemas.openxmlformats.org/officeDocument/2006/relationships/image" Target="../media/image109.svg"/><Relationship Id="rId7" Type="http://schemas.openxmlformats.org/officeDocument/2006/relationships/image" Target="../media/image95.svg"/><Relationship Id="rId12" Type="http://schemas.openxmlformats.org/officeDocument/2006/relationships/image" Target="../media/image100.png"/><Relationship Id="rId17" Type="http://schemas.openxmlformats.org/officeDocument/2006/relationships/image" Target="../media/image105.svg"/><Relationship Id="rId2" Type="http://schemas.openxmlformats.org/officeDocument/2006/relationships/image" Target="../media/image41.png"/><Relationship Id="rId16" Type="http://schemas.openxmlformats.org/officeDocument/2006/relationships/image" Target="../media/image104.png"/><Relationship Id="rId20" Type="http://schemas.openxmlformats.org/officeDocument/2006/relationships/image" Target="../media/image10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4.png"/><Relationship Id="rId11" Type="http://schemas.openxmlformats.org/officeDocument/2006/relationships/image" Target="../media/image99.svg"/><Relationship Id="rId5" Type="http://schemas.openxmlformats.org/officeDocument/2006/relationships/image" Target="../media/image93.svg"/><Relationship Id="rId15" Type="http://schemas.openxmlformats.org/officeDocument/2006/relationships/image" Target="../media/image103.svg"/><Relationship Id="rId10" Type="http://schemas.openxmlformats.org/officeDocument/2006/relationships/image" Target="../media/image98.png"/><Relationship Id="rId19" Type="http://schemas.openxmlformats.org/officeDocument/2006/relationships/image" Target="../media/image107.svg"/><Relationship Id="rId4" Type="http://schemas.openxmlformats.org/officeDocument/2006/relationships/image" Target="../media/image92.png"/><Relationship Id="rId9" Type="http://schemas.openxmlformats.org/officeDocument/2006/relationships/image" Target="../media/image97.svg"/><Relationship Id="rId14" Type="http://schemas.openxmlformats.org/officeDocument/2006/relationships/image" Target="../media/image10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矩形 42"/>
          <p:cNvSpPr/>
          <p:nvPr/>
        </p:nvSpPr>
        <p:spPr>
          <a:xfrm>
            <a:off x="660194" y="2124009"/>
            <a:ext cx="2954215" cy="1201615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" name="矩形: 圆角 43"/>
          <p:cNvSpPr/>
          <p:nvPr/>
        </p:nvSpPr>
        <p:spPr>
          <a:xfrm>
            <a:off x="4347817" y="2072779"/>
            <a:ext cx="2954215" cy="1252845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6" name="矩形 45"/>
          <p:cNvSpPr/>
          <p:nvPr/>
        </p:nvSpPr>
        <p:spPr>
          <a:xfrm>
            <a:off x="660194" y="3834056"/>
            <a:ext cx="2954215" cy="1201615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48" name="图形 4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00194" y="309748"/>
            <a:ext cx="720000" cy="720000"/>
          </a:xfrm>
          <a:prstGeom prst="rect">
            <a:avLst/>
          </a:prstGeom>
        </p:spPr>
      </p:pic>
      <p:pic>
        <p:nvPicPr>
          <p:cNvPr id="50" name="图形 4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72090" y="309748"/>
            <a:ext cx="720000" cy="720000"/>
          </a:xfrm>
          <a:prstGeom prst="rect">
            <a:avLst/>
          </a:prstGeom>
        </p:spPr>
      </p:pic>
      <p:pic>
        <p:nvPicPr>
          <p:cNvPr id="52" name="图形 51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843986" y="309748"/>
            <a:ext cx="720000" cy="720000"/>
          </a:xfrm>
          <a:prstGeom prst="rect">
            <a:avLst/>
          </a:prstGeom>
        </p:spPr>
      </p:pic>
      <p:pic>
        <p:nvPicPr>
          <p:cNvPr id="54" name="图形 53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615882" y="309748"/>
            <a:ext cx="720000" cy="720000"/>
          </a:xfrm>
          <a:prstGeom prst="rect">
            <a:avLst/>
          </a:prstGeom>
        </p:spPr>
      </p:pic>
      <p:pic>
        <p:nvPicPr>
          <p:cNvPr id="56" name="图形 55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3387778" y="309748"/>
            <a:ext cx="720000" cy="720000"/>
          </a:xfrm>
          <a:prstGeom prst="rect">
            <a:avLst/>
          </a:prstGeom>
        </p:spPr>
      </p:pic>
      <p:pic>
        <p:nvPicPr>
          <p:cNvPr id="58" name="图形 57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4159674" y="309748"/>
            <a:ext cx="720000" cy="720000"/>
          </a:xfrm>
          <a:prstGeom prst="rect">
            <a:avLst/>
          </a:prstGeom>
        </p:spPr>
      </p:pic>
      <p:pic>
        <p:nvPicPr>
          <p:cNvPr id="60" name="图形 59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4931570" y="309748"/>
            <a:ext cx="720000" cy="720000"/>
          </a:xfrm>
          <a:prstGeom prst="rect">
            <a:avLst/>
          </a:prstGeom>
        </p:spPr>
      </p:pic>
      <p:pic>
        <p:nvPicPr>
          <p:cNvPr id="62" name="图形 61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5703466" y="309748"/>
            <a:ext cx="720000" cy="720000"/>
          </a:xfrm>
          <a:prstGeom prst="rect">
            <a:avLst/>
          </a:prstGeom>
        </p:spPr>
      </p:pic>
      <p:pic>
        <p:nvPicPr>
          <p:cNvPr id="64" name="图形 63"/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6475362" y="309748"/>
            <a:ext cx="720000" cy="720000"/>
          </a:xfrm>
          <a:prstGeom prst="rect">
            <a:avLst/>
          </a:prstGeom>
        </p:spPr>
      </p:pic>
      <p:pic>
        <p:nvPicPr>
          <p:cNvPr id="66" name="图形 65"/>
          <p:cNvPicPr>
            <a:picLocks noChangeAspect="1"/>
          </p:cNvPicPr>
          <p:nvPr/>
        </p:nvPicPr>
        <p:blipFill>
          <a:blip r:embed="rId20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7247258" y="309748"/>
            <a:ext cx="720000" cy="720000"/>
          </a:xfrm>
          <a:prstGeom prst="rect">
            <a:avLst/>
          </a:prstGeom>
        </p:spPr>
      </p:pic>
      <p:pic>
        <p:nvPicPr>
          <p:cNvPr id="68" name="图形 67"/>
          <p:cNvPicPr>
            <a:picLocks noChangeAspect="1"/>
          </p:cNvPicPr>
          <p:nvPr/>
        </p:nvPicPr>
        <p:blipFill>
          <a:blip r:embed="rId2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8019154" y="309748"/>
            <a:ext cx="720000" cy="720000"/>
          </a:xfrm>
          <a:prstGeom prst="rect">
            <a:avLst/>
          </a:prstGeom>
        </p:spPr>
      </p:pic>
      <p:pic>
        <p:nvPicPr>
          <p:cNvPr id="70" name="图形 69"/>
          <p:cNvPicPr>
            <a:picLocks noChangeAspect="1"/>
          </p:cNvPicPr>
          <p:nvPr/>
        </p:nvPicPr>
        <p:blipFill>
          <a:blip r:embed="rId24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5"/>
              </a:ext>
            </a:extLst>
          </a:blip>
          <a:stretch>
            <a:fillRect/>
          </a:stretch>
        </p:blipFill>
        <p:spPr>
          <a:xfrm>
            <a:off x="8791050" y="309748"/>
            <a:ext cx="720000" cy="720000"/>
          </a:xfrm>
          <a:prstGeom prst="rect">
            <a:avLst/>
          </a:prstGeom>
        </p:spPr>
      </p:pic>
      <p:pic>
        <p:nvPicPr>
          <p:cNvPr id="72" name="图形 71"/>
          <p:cNvPicPr>
            <a:picLocks noChangeAspect="1"/>
          </p:cNvPicPr>
          <p:nvPr/>
        </p:nvPicPr>
        <p:blipFill>
          <a:blip r:embed="rId2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7"/>
              </a:ext>
            </a:extLst>
          </a:blip>
          <a:stretch>
            <a:fillRect/>
          </a:stretch>
        </p:blipFill>
        <p:spPr>
          <a:xfrm>
            <a:off x="9562946" y="309748"/>
            <a:ext cx="720000" cy="720000"/>
          </a:xfrm>
          <a:prstGeom prst="rect">
            <a:avLst/>
          </a:prstGeom>
        </p:spPr>
      </p:pic>
      <p:pic>
        <p:nvPicPr>
          <p:cNvPr id="74" name="图形 73"/>
          <p:cNvPicPr>
            <a:picLocks noChangeAspect="1"/>
          </p:cNvPicPr>
          <p:nvPr/>
        </p:nvPicPr>
        <p:blipFill>
          <a:blip r:embed="rId28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9"/>
              </a:ext>
            </a:extLst>
          </a:blip>
          <a:stretch>
            <a:fillRect/>
          </a:stretch>
        </p:blipFill>
        <p:spPr>
          <a:xfrm>
            <a:off x="10334842" y="309748"/>
            <a:ext cx="720000" cy="720000"/>
          </a:xfrm>
          <a:prstGeom prst="rect">
            <a:avLst/>
          </a:prstGeom>
        </p:spPr>
      </p:pic>
      <p:pic>
        <p:nvPicPr>
          <p:cNvPr id="76" name="图形 75"/>
          <p:cNvPicPr>
            <a:picLocks noChangeAspect="1"/>
          </p:cNvPicPr>
          <p:nvPr/>
        </p:nvPicPr>
        <p:blipFill>
          <a:blip r:embed="rId30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1"/>
              </a:ext>
            </a:extLst>
          </a:blip>
          <a:stretch>
            <a:fillRect/>
          </a:stretch>
        </p:blipFill>
        <p:spPr>
          <a:xfrm>
            <a:off x="11106740" y="309748"/>
            <a:ext cx="720000" cy="720000"/>
          </a:xfrm>
          <a:prstGeom prst="rect">
            <a:avLst/>
          </a:prstGeom>
        </p:spPr>
      </p:pic>
      <p:cxnSp>
        <p:nvCxnSpPr>
          <p:cNvPr id="77" name="直接连接符 76"/>
          <p:cNvCxnSpPr/>
          <p:nvPr/>
        </p:nvCxnSpPr>
        <p:spPr>
          <a:xfrm>
            <a:off x="8099953" y="2394446"/>
            <a:ext cx="1462993" cy="0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直接连接符 77"/>
          <p:cNvCxnSpPr/>
          <p:nvPr/>
        </p:nvCxnSpPr>
        <p:spPr>
          <a:xfrm>
            <a:off x="8059553" y="2909864"/>
            <a:ext cx="1543792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1" name="组合 80"/>
          <p:cNvGrpSpPr>
            <a:grpSpLocks noChangeAspect="1"/>
          </p:cNvGrpSpPr>
          <p:nvPr/>
        </p:nvGrpSpPr>
        <p:grpSpPr>
          <a:xfrm>
            <a:off x="417771" y="1203981"/>
            <a:ext cx="484845" cy="479028"/>
            <a:chOff x="4445000" y="739632"/>
            <a:chExt cx="375710" cy="371203"/>
          </a:xfrm>
        </p:grpSpPr>
        <p:sp>
          <p:nvSpPr>
            <p:cNvPr id="82" name="矩形: 圆角 81"/>
            <p:cNvSpPr/>
            <p:nvPr/>
          </p:nvSpPr>
          <p:spPr>
            <a:xfrm>
              <a:off x="4445000" y="740833"/>
              <a:ext cx="156634" cy="156634"/>
            </a:xfrm>
            <a:prstGeom prst="roundRect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3" name="矩形: 圆角 82"/>
            <p:cNvSpPr/>
            <p:nvPr/>
          </p:nvSpPr>
          <p:spPr>
            <a:xfrm>
              <a:off x="4445000" y="954201"/>
              <a:ext cx="156634" cy="156634"/>
            </a:xfrm>
            <a:prstGeom prst="roundRect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4" name="矩形: 圆角 83"/>
            <p:cNvSpPr/>
            <p:nvPr/>
          </p:nvSpPr>
          <p:spPr>
            <a:xfrm rot="1800000">
              <a:off x="4672028" y="739632"/>
              <a:ext cx="145198" cy="138592"/>
            </a:xfrm>
            <a:prstGeom prst="roundRect">
              <a:avLst/>
            </a:prstGeom>
            <a:solidFill>
              <a:schemeClr val="bg1"/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5" name="矩形: 圆角 84"/>
            <p:cNvSpPr/>
            <p:nvPr/>
          </p:nvSpPr>
          <p:spPr>
            <a:xfrm>
              <a:off x="4664075" y="954201"/>
              <a:ext cx="156635" cy="156634"/>
            </a:xfrm>
            <a:prstGeom prst="roundRect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pic>
        <p:nvPicPr>
          <p:cNvPr id="87" name="图形 86"/>
          <p:cNvPicPr>
            <a:picLocks noChangeAspect="1"/>
          </p:cNvPicPr>
          <p:nvPr/>
        </p:nvPicPr>
        <p:blipFill>
          <a:blip r:embed="rId3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3"/>
              </a:ext>
            </a:extLst>
          </a:blip>
          <a:stretch>
            <a:fillRect/>
          </a:stretch>
        </p:blipFill>
        <p:spPr>
          <a:xfrm>
            <a:off x="1072090" y="1083495"/>
            <a:ext cx="720000" cy="720000"/>
          </a:xfrm>
          <a:prstGeom prst="rect">
            <a:avLst/>
          </a:prstGeom>
        </p:spPr>
      </p:pic>
      <p:pic>
        <p:nvPicPr>
          <p:cNvPr id="89" name="图形 88"/>
          <p:cNvPicPr>
            <a:picLocks noChangeAspect="1"/>
          </p:cNvPicPr>
          <p:nvPr/>
        </p:nvPicPr>
        <p:blipFill>
          <a:blip r:embed="rId34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5"/>
              </a:ext>
            </a:extLst>
          </a:blip>
          <a:stretch>
            <a:fillRect/>
          </a:stretch>
        </p:blipFill>
        <p:spPr>
          <a:xfrm>
            <a:off x="1843986" y="1083495"/>
            <a:ext cx="720000" cy="720000"/>
          </a:xfrm>
          <a:prstGeom prst="rect">
            <a:avLst/>
          </a:prstGeom>
        </p:spPr>
      </p:pic>
      <p:pic>
        <p:nvPicPr>
          <p:cNvPr id="90" name="图片 27" descr="浏览器"/>
          <p:cNvPicPr>
            <a:picLocks noChangeAspect="1"/>
          </p:cNvPicPr>
          <p:nvPr/>
        </p:nvPicPr>
        <p:blipFill>
          <a:blip r:embed="rId36">
            <a:extLst>
              <a:ext uri="{96DAC541-7B7A-43D3-8B79-37D633B846F1}">
                <asvg:svgBlip xmlns:asvg="http://schemas.microsoft.com/office/drawing/2016/SVG/main" r:embed="rId37"/>
              </a:ext>
            </a:extLst>
          </a:blip>
          <a:stretch>
            <a:fillRect/>
          </a:stretch>
        </p:blipFill>
        <p:spPr>
          <a:xfrm>
            <a:off x="2527687" y="995766"/>
            <a:ext cx="860091" cy="860091"/>
          </a:xfrm>
          <a:prstGeom prst="rect">
            <a:avLst/>
          </a:prstGeom>
        </p:spPr>
      </p:pic>
      <p:pic>
        <p:nvPicPr>
          <p:cNvPr id="95" name="图形 94"/>
          <p:cNvPicPr>
            <a:picLocks noChangeAspect="1"/>
          </p:cNvPicPr>
          <p:nvPr/>
        </p:nvPicPr>
        <p:blipFill>
          <a:blip r:embed="rId3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9"/>
              </a:ext>
            </a:extLst>
          </a:blip>
          <a:stretch>
            <a:fillRect/>
          </a:stretch>
        </p:blipFill>
        <p:spPr>
          <a:xfrm>
            <a:off x="3431521" y="1113123"/>
            <a:ext cx="742734" cy="74273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/>
          <p:cNvSpPr/>
          <p:nvPr/>
        </p:nvSpPr>
        <p:spPr>
          <a:xfrm>
            <a:off x="3496945" y="1630045"/>
            <a:ext cx="1927225" cy="3115310"/>
          </a:xfrm>
          <a:prstGeom prst="rect">
            <a:avLst/>
          </a:prstGeom>
          <a:noFill/>
          <a:ln w="38100">
            <a:solidFill>
              <a:srgbClr val="719AAC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3244215" y="2607310"/>
            <a:ext cx="2471420" cy="38036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Merchant Frontend</a:t>
            </a:r>
          </a:p>
        </p:txBody>
      </p:sp>
      <p:sp>
        <p:nvSpPr>
          <p:cNvPr id="19" name="文本框 18"/>
          <p:cNvSpPr txBox="1"/>
          <p:nvPr/>
        </p:nvSpPr>
        <p:spPr>
          <a:xfrm>
            <a:off x="3719830" y="4304030"/>
            <a:ext cx="153289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PS-App</a:t>
            </a:r>
          </a:p>
        </p:txBody>
      </p:sp>
      <p:sp>
        <p:nvSpPr>
          <p:cNvPr id="20" name="文本框 19"/>
          <p:cNvSpPr txBox="1"/>
          <p:nvPr/>
        </p:nvSpPr>
        <p:spPr>
          <a:xfrm>
            <a:off x="1284605" y="3621405"/>
            <a:ext cx="1047115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User</a:t>
            </a:r>
          </a:p>
        </p:txBody>
      </p:sp>
      <p:sp>
        <p:nvSpPr>
          <p:cNvPr id="22" name="文本框 21"/>
          <p:cNvSpPr txBox="1"/>
          <p:nvPr/>
        </p:nvSpPr>
        <p:spPr>
          <a:xfrm>
            <a:off x="972820" y="2562225"/>
            <a:ext cx="1699260" cy="4121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 Device</a:t>
            </a:r>
          </a:p>
        </p:txBody>
      </p:sp>
      <p:cxnSp>
        <p:nvCxnSpPr>
          <p:cNvPr id="23" name="直接连接符 22"/>
          <p:cNvCxnSpPr/>
          <p:nvPr/>
        </p:nvCxnSpPr>
        <p:spPr>
          <a:xfrm flipV="1">
            <a:off x="2298450" y="2145176"/>
            <a:ext cx="1192530" cy="0"/>
          </a:xfrm>
          <a:prstGeom prst="line">
            <a:avLst/>
          </a:prstGeom>
          <a:ln w="38100">
            <a:solidFill>
              <a:srgbClr val="719AAC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接连接符 23"/>
          <p:cNvCxnSpPr/>
          <p:nvPr/>
        </p:nvCxnSpPr>
        <p:spPr>
          <a:xfrm flipV="1">
            <a:off x="2212090" y="2448706"/>
            <a:ext cx="1416050" cy="828040"/>
          </a:xfrm>
          <a:prstGeom prst="line">
            <a:avLst/>
          </a:prstGeom>
          <a:ln w="38100">
            <a:solidFill>
              <a:srgbClr val="01010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文本框 4"/>
          <p:cNvSpPr txBox="1"/>
          <p:nvPr/>
        </p:nvSpPr>
        <p:spPr>
          <a:xfrm rot="19860000">
            <a:off x="2557145" y="2499995"/>
            <a:ext cx="669290" cy="35369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Shop</a:t>
            </a:r>
          </a:p>
        </p:txBody>
      </p:sp>
      <p:cxnSp>
        <p:nvCxnSpPr>
          <p:cNvPr id="7" name="直接连接符 6"/>
          <p:cNvCxnSpPr/>
          <p:nvPr/>
        </p:nvCxnSpPr>
        <p:spPr>
          <a:xfrm>
            <a:off x="2207645" y="3725056"/>
            <a:ext cx="1414145" cy="307340"/>
          </a:xfrm>
          <a:prstGeom prst="line">
            <a:avLst/>
          </a:prstGeom>
          <a:ln w="381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连接符 34"/>
          <p:cNvCxnSpPr/>
          <p:nvPr/>
        </p:nvCxnSpPr>
        <p:spPr>
          <a:xfrm>
            <a:off x="4479255" y="2976087"/>
            <a:ext cx="0" cy="720000"/>
          </a:xfrm>
          <a:prstGeom prst="line">
            <a:avLst/>
          </a:prstGeom>
          <a:ln w="381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文本框 11"/>
          <p:cNvSpPr txBox="1"/>
          <p:nvPr/>
        </p:nvSpPr>
        <p:spPr>
          <a:xfrm>
            <a:off x="5888355" y="2443480"/>
            <a:ext cx="1985010" cy="37782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Merchant Server</a:t>
            </a:r>
          </a:p>
        </p:txBody>
      </p:sp>
      <p:cxnSp>
        <p:nvCxnSpPr>
          <p:cNvPr id="21" name="直接连接符 20"/>
          <p:cNvCxnSpPr/>
          <p:nvPr/>
        </p:nvCxnSpPr>
        <p:spPr>
          <a:xfrm>
            <a:off x="5528814" y="2188600"/>
            <a:ext cx="868026" cy="0"/>
          </a:xfrm>
          <a:prstGeom prst="line">
            <a:avLst/>
          </a:prstGeom>
          <a:ln w="38100">
            <a:solidFill>
              <a:schemeClr val="tx1"/>
            </a:solidFill>
            <a:prstDash val="solid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接连接符 13"/>
          <p:cNvCxnSpPr/>
          <p:nvPr/>
        </p:nvCxnSpPr>
        <p:spPr>
          <a:xfrm>
            <a:off x="5522464" y="4110745"/>
            <a:ext cx="868026" cy="0"/>
          </a:xfrm>
          <a:prstGeom prst="line">
            <a:avLst/>
          </a:prstGeom>
          <a:ln w="38100">
            <a:solidFill>
              <a:schemeClr val="tx1"/>
            </a:solidFill>
            <a:prstDash val="solid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文本框 15"/>
          <p:cNvSpPr txBox="1"/>
          <p:nvPr/>
        </p:nvSpPr>
        <p:spPr>
          <a:xfrm>
            <a:off x="6027420" y="4406800"/>
            <a:ext cx="153289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PS-Server</a:t>
            </a:r>
          </a:p>
        </p:txBody>
      </p:sp>
      <p:cxnSp>
        <p:nvCxnSpPr>
          <p:cNvPr id="2" name="直接连接符 1"/>
          <p:cNvCxnSpPr/>
          <p:nvPr/>
        </p:nvCxnSpPr>
        <p:spPr>
          <a:xfrm flipV="1">
            <a:off x="7195689" y="3318900"/>
            <a:ext cx="778510" cy="791845"/>
          </a:xfrm>
          <a:prstGeom prst="line">
            <a:avLst/>
          </a:prstGeom>
          <a:ln w="19050">
            <a:solidFill>
              <a:srgbClr val="72B06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接连接符 17"/>
          <p:cNvCxnSpPr/>
          <p:nvPr/>
        </p:nvCxnSpPr>
        <p:spPr>
          <a:xfrm>
            <a:off x="8733659" y="3254765"/>
            <a:ext cx="1368000" cy="0"/>
          </a:xfrm>
          <a:prstGeom prst="line">
            <a:avLst/>
          </a:prstGeom>
          <a:ln w="381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文本框 26"/>
          <p:cNvSpPr txBox="1"/>
          <p:nvPr/>
        </p:nvSpPr>
        <p:spPr>
          <a:xfrm>
            <a:off x="8646795" y="3255010"/>
            <a:ext cx="153289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Funds transfer</a:t>
            </a:r>
          </a:p>
        </p:txBody>
      </p:sp>
      <p:sp>
        <p:nvSpPr>
          <p:cNvPr id="28" name="矩形 27"/>
          <p:cNvSpPr/>
          <p:nvPr/>
        </p:nvSpPr>
        <p:spPr>
          <a:xfrm>
            <a:off x="7974330" y="2764790"/>
            <a:ext cx="2907030" cy="1089660"/>
          </a:xfrm>
          <a:prstGeom prst="rect">
            <a:avLst/>
          </a:prstGeom>
          <a:noFill/>
          <a:ln w="19050">
            <a:solidFill>
              <a:srgbClr val="72B063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30" name="文本框 29"/>
          <p:cNvSpPr txBox="1"/>
          <p:nvPr/>
        </p:nvSpPr>
        <p:spPr>
          <a:xfrm>
            <a:off x="4481195" y="3107690"/>
            <a:ext cx="709930" cy="3467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SDK</a:t>
            </a:r>
          </a:p>
        </p:txBody>
      </p:sp>
      <p:cxnSp>
        <p:nvCxnSpPr>
          <p:cNvPr id="31" name="直接连接符 30"/>
          <p:cNvCxnSpPr/>
          <p:nvPr/>
        </p:nvCxnSpPr>
        <p:spPr>
          <a:xfrm>
            <a:off x="6791925" y="2970450"/>
            <a:ext cx="0" cy="720000"/>
          </a:xfrm>
          <a:prstGeom prst="line">
            <a:avLst/>
          </a:prstGeom>
          <a:ln w="38100">
            <a:solidFill>
              <a:schemeClr val="tx1"/>
            </a:solidFill>
            <a:prstDash val="solid"/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" name="图形 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66100" y="1749117"/>
            <a:ext cx="900000" cy="900000"/>
          </a:xfrm>
          <a:prstGeom prst="rect">
            <a:avLst/>
          </a:prstGeom>
        </p:spPr>
      </p:pic>
      <p:pic>
        <p:nvPicPr>
          <p:cNvPr id="32" name="图形 4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455842" y="2970613"/>
            <a:ext cx="720000" cy="720000"/>
          </a:xfrm>
          <a:prstGeom prst="rect">
            <a:avLst/>
          </a:prstGeom>
        </p:spPr>
      </p:pic>
      <p:grpSp>
        <p:nvGrpSpPr>
          <p:cNvPr id="63" name="组合 62"/>
          <p:cNvGrpSpPr>
            <a:grpSpLocks noChangeAspect="1"/>
          </p:cNvGrpSpPr>
          <p:nvPr/>
        </p:nvGrpSpPr>
        <p:grpSpPr>
          <a:xfrm>
            <a:off x="3796030" y="1948815"/>
            <a:ext cx="475615" cy="470535"/>
            <a:chOff x="4445000" y="739632"/>
            <a:chExt cx="375710" cy="371203"/>
          </a:xfrm>
          <a:solidFill>
            <a:srgbClr val="4A5F7E"/>
          </a:solidFill>
        </p:grpSpPr>
        <p:sp>
          <p:nvSpPr>
            <p:cNvPr id="64" name="矩形: 圆角 63"/>
            <p:cNvSpPr/>
            <p:nvPr/>
          </p:nvSpPr>
          <p:spPr>
            <a:xfrm>
              <a:off x="4445000" y="740833"/>
              <a:ext cx="156634" cy="156634"/>
            </a:xfrm>
            <a:prstGeom prst="roundRect">
              <a:avLst/>
            </a:prstGeom>
            <a:grpFill/>
            <a:ln w="38100">
              <a:solidFill>
                <a:srgbClr val="4A5F7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/>
            </a:p>
          </p:txBody>
        </p:sp>
        <p:sp>
          <p:nvSpPr>
            <p:cNvPr id="65" name="矩形: 圆角 64"/>
            <p:cNvSpPr/>
            <p:nvPr/>
          </p:nvSpPr>
          <p:spPr>
            <a:xfrm>
              <a:off x="4445000" y="954201"/>
              <a:ext cx="156634" cy="156634"/>
            </a:xfrm>
            <a:prstGeom prst="roundRect">
              <a:avLst/>
            </a:prstGeom>
            <a:grpFill/>
            <a:ln w="38100">
              <a:solidFill>
                <a:srgbClr val="4A5F7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/>
            </a:p>
          </p:txBody>
        </p:sp>
        <p:sp>
          <p:nvSpPr>
            <p:cNvPr id="66" name="矩形: 圆角 65"/>
            <p:cNvSpPr/>
            <p:nvPr/>
          </p:nvSpPr>
          <p:spPr>
            <a:xfrm rot="1800000">
              <a:off x="4672028" y="739632"/>
              <a:ext cx="145198" cy="138592"/>
            </a:xfrm>
            <a:prstGeom prst="roundRect">
              <a:avLst/>
            </a:prstGeom>
            <a:grpFill/>
            <a:ln w="57150">
              <a:solidFill>
                <a:srgbClr val="4A5F7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/>
            </a:p>
          </p:txBody>
        </p:sp>
        <p:sp>
          <p:nvSpPr>
            <p:cNvPr id="67" name="矩形: 圆角 66"/>
            <p:cNvSpPr/>
            <p:nvPr/>
          </p:nvSpPr>
          <p:spPr>
            <a:xfrm>
              <a:off x="4664075" y="954201"/>
              <a:ext cx="156635" cy="156634"/>
            </a:xfrm>
            <a:prstGeom prst="roundRect">
              <a:avLst/>
            </a:prstGeom>
            <a:grpFill/>
            <a:ln w="38100">
              <a:solidFill>
                <a:srgbClr val="4A5F7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/>
            </a:p>
          </p:txBody>
        </p:sp>
      </p:grpSp>
      <p:pic>
        <p:nvPicPr>
          <p:cNvPr id="33" name="图形 11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115250" y="3724946"/>
            <a:ext cx="720000" cy="720000"/>
          </a:xfrm>
          <a:prstGeom prst="rect">
            <a:avLst/>
          </a:prstGeom>
        </p:spPr>
      </p:pic>
      <p:pic>
        <p:nvPicPr>
          <p:cNvPr id="34" name="图形 10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433682" y="3763681"/>
            <a:ext cx="720000" cy="720000"/>
          </a:xfrm>
          <a:prstGeom prst="rect">
            <a:avLst/>
          </a:prstGeom>
        </p:spPr>
      </p:pic>
      <p:pic>
        <p:nvPicPr>
          <p:cNvPr id="36" name="图形 15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431777" y="1830334"/>
            <a:ext cx="720000" cy="720000"/>
          </a:xfrm>
          <a:prstGeom prst="rect">
            <a:avLst/>
          </a:prstGeom>
        </p:spPr>
      </p:pic>
      <p:pic>
        <p:nvPicPr>
          <p:cNvPr id="37" name="图形 12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8096011" y="2901414"/>
            <a:ext cx="720000" cy="720000"/>
          </a:xfrm>
          <a:prstGeom prst="rect">
            <a:avLst/>
          </a:prstGeom>
        </p:spPr>
      </p:pic>
      <p:pic>
        <p:nvPicPr>
          <p:cNvPr id="38" name="图形 12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016886" y="2901414"/>
            <a:ext cx="720000" cy="720000"/>
          </a:xfrm>
          <a:prstGeom prst="rect">
            <a:avLst/>
          </a:prstGeom>
        </p:spPr>
      </p:pic>
      <p:pic>
        <p:nvPicPr>
          <p:cNvPr id="39" name="图片 38" descr="序号1"/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 rot="19860000">
            <a:off x="2434590" y="2704465"/>
            <a:ext cx="260985" cy="260985"/>
          </a:xfrm>
          <a:prstGeom prst="rect">
            <a:avLst/>
          </a:prstGeom>
        </p:spPr>
      </p:pic>
      <p:pic>
        <p:nvPicPr>
          <p:cNvPr id="40" name="图片 39" descr="序号2"/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5841365" y="1884680"/>
            <a:ext cx="259200" cy="259200"/>
          </a:xfrm>
          <a:prstGeom prst="rect">
            <a:avLst/>
          </a:prstGeom>
        </p:spPr>
      </p:pic>
      <p:pic>
        <p:nvPicPr>
          <p:cNvPr id="41" name="图片 40" descr="序号3"/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4149725" y="3162300"/>
            <a:ext cx="259200" cy="259200"/>
          </a:xfrm>
          <a:prstGeom prst="rect">
            <a:avLst/>
          </a:prstGeom>
        </p:spPr>
      </p:pic>
      <p:sp>
        <p:nvSpPr>
          <p:cNvPr id="10" name="文本框 9"/>
          <p:cNvSpPr txBox="1"/>
          <p:nvPr/>
        </p:nvSpPr>
        <p:spPr>
          <a:xfrm rot="780000">
            <a:off x="2460227" y="3538159"/>
            <a:ext cx="1010285" cy="352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</a:extLst>
        </p:spPr>
        <p:txBody>
          <a:bodyPr wrap="square" rtlCol="0">
            <a:noAutofit/>
          </a:bodyPr>
          <a:lstStyle/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Password</a:t>
            </a:r>
          </a:p>
        </p:txBody>
      </p:sp>
      <p:pic>
        <p:nvPicPr>
          <p:cNvPr id="42" name="图片 41" descr="序号4"/>
          <p:cNvPicPr>
            <a:picLocks noChangeAspect="1"/>
          </p:cNvPicPr>
          <p:nvPr/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 rot="780000">
            <a:off x="2292350" y="3455035"/>
            <a:ext cx="259200" cy="259200"/>
          </a:xfrm>
          <a:prstGeom prst="rect">
            <a:avLst/>
          </a:prstGeom>
        </p:spPr>
      </p:pic>
      <p:pic>
        <p:nvPicPr>
          <p:cNvPr id="43" name="图片 42" descr="序号5"/>
          <p:cNvPicPr>
            <a:picLocks noChangeAspect="1"/>
          </p:cNvPicPr>
          <p:nvPr/>
        </p:nvPicPr>
        <p:blipFill>
          <a:blip r:embed="rId23"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5835015" y="3788410"/>
            <a:ext cx="259200" cy="259200"/>
          </a:xfrm>
          <a:prstGeom prst="rect">
            <a:avLst/>
          </a:prstGeom>
        </p:spPr>
      </p:pic>
      <p:pic>
        <p:nvPicPr>
          <p:cNvPr id="44" name="图片 43" descr="序号6"/>
          <p:cNvPicPr>
            <a:picLocks noChangeAspect="1"/>
          </p:cNvPicPr>
          <p:nvPr/>
        </p:nvPicPr>
        <p:blipFill>
          <a:blip r:embed="rId25">
            <a:extLst>
              <a:ext uri="{96DAC541-7B7A-43D3-8B79-37D633B846F1}">
                <asvg:svgBlip xmlns:asvg="http://schemas.microsoft.com/office/drawing/2016/SVG/main" r:embed="rId26"/>
              </a:ext>
            </a:extLst>
          </a:blip>
          <a:stretch>
            <a:fillRect/>
          </a:stretch>
        </p:blipFill>
        <p:spPr>
          <a:xfrm>
            <a:off x="9274175" y="2944495"/>
            <a:ext cx="259200" cy="259200"/>
          </a:xfrm>
          <a:prstGeom prst="rect">
            <a:avLst/>
          </a:prstGeom>
        </p:spPr>
      </p:pic>
      <p:pic>
        <p:nvPicPr>
          <p:cNvPr id="45" name="图片 44" descr="序号7"/>
          <p:cNvPicPr>
            <a:picLocks noChangeAspect="1"/>
          </p:cNvPicPr>
          <p:nvPr/>
        </p:nvPicPr>
        <p:blipFill>
          <a:blip r:embed="rId27">
            <a:extLst>
              <a:ext uri="{96DAC541-7B7A-43D3-8B79-37D633B846F1}">
                <asvg:svgBlip xmlns:asvg="http://schemas.microsoft.com/office/drawing/2016/SVG/main" r:embed="rId28"/>
              </a:ext>
            </a:extLst>
          </a:blip>
          <a:stretch>
            <a:fillRect/>
          </a:stretch>
        </p:blipFill>
        <p:spPr>
          <a:xfrm>
            <a:off x="6428105" y="3152775"/>
            <a:ext cx="259200" cy="259200"/>
          </a:xfrm>
          <a:prstGeom prst="rect">
            <a:avLst/>
          </a:prstGeom>
        </p:spPr>
      </p:pic>
      <p:pic>
        <p:nvPicPr>
          <p:cNvPr id="46" name="图片 27" descr="浏览器"/>
          <p:cNvPicPr>
            <a:picLocks noChangeAspect="1"/>
          </p:cNvPicPr>
          <p:nvPr/>
        </p:nvPicPr>
        <p:blipFill>
          <a:blip r:embed="rId29">
            <a:extLst>
              <a:ext uri="{96DAC541-7B7A-43D3-8B79-37D633B846F1}">
                <asvg:svgBlip xmlns:asvg="http://schemas.microsoft.com/office/drawing/2016/SVG/main" r:embed="rId30"/>
              </a:ext>
            </a:extLst>
          </a:blip>
          <a:stretch>
            <a:fillRect/>
          </a:stretch>
        </p:blipFill>
        <p:spPr>
          <a:xfrm>
            <a:off x="4468851" y="1759743"/>
            <a:ext cx="860091" cy="860091"/>
          </a:xfrm>
          <a:prstGeom prst="rect">
            <a:avLst/>
          </a:prstGeom>
        </p:spPr>
      </p:pic>
      <p:cxnSp>
        <p:nvCxnSpPr>
          <p:cNvPr id="47" name="直接连接符 46"/>
          <p:cNvCxnSpPr/>
          <p:nvPr/>
        </p:nvCxnSpPr>
        <p:spPr>
          <a:xfrm>
            <a:off x="4476080" y="1829912"/>
            <a:ext cx="0" cy="720000"/>
          </a:xfrm>
          <a:prstGeom prst="line">
            <a:avLst/>
          </a:prstGeom>
          <a:ln w="38100">
            <a:solidFill>
              <a:schemeClr val="tx1"/>
            </a:solidFill>
            <a:prstDash val="soli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形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22362" y="2921709"/>
            <a:ext cx="720000" cy="720000"/>
          </a:xfrm>
          <a:prstGeom prst="rect">
            <a:avLst/>
          </a:prstGeom>
        </p:spPr>
      </p:pic>
      <p:pic>
        <p:nvPicPr>
          <p:cNvPr id="7" name="图形 6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560303" y="4177618"/>
            <a:ext cx="720000" cy="720000"/>
          </a:xfrm>
          <a:prstGeom prst="rect">
            <a:avLst/>
          </a:prstGeom>
        </p:spPr>
      </p:pic>
      <p:sp>
        <p:nvSpPr>
          <p:cNvPr id="10" name="矩形 9"/>
          <p:cNvSpPr/>
          <p:nvPr/>
        </p:nvSpPr>
        <p:spPr>
          <a:xfrm>
            <a:off x="4737642" y="3834233"/>
            <a:ext cx="1149465" cy="1031082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1" name="图形 10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586853" y="4004457"/>
            <a:ext cx="720000" cy="720000"/>
          </a:xfrm>
          <a:prstGeom prst="rect">
            <a:avLst/>
          </a:prstGeom>
        </p:spPr>
      </p:pic>
      <p:pic>
        <p:nvPicPr>
          <p:cNvPr id="12" name="图形 11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976873" y="3945870"/>
            <a:ext cx="720000" cy="720000"/>
          </a:xfrm>
          <a:prstGeom prst="rect">
            <a:avLst/>
          </a:prstGeom>
        </p:spPr>
      </p:pic>
      <p:pic>
        <p:nvPicPr>
          <p:cNvPr id="13" name="图形 12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537211" y="2805976"/>
            <a:ext cx="720000" cy="720000"/>
          </a:xfrm>
          <a:prstGeom prst="rect">
            <a:avLst/>
          </a:prstGeom>
        </p:spPr>
      </p:pic>
      <p:pic>
        <p:nvPicPr>
          <p:cNvPr id="14" name="图形 13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8484895" y="2708360"/>
            <a:ext cx="495891" cy="495891"/>
          </a:xfrm>
          <a:prstGeom prst="rect">
            <a:avLst/>
          </a:prstGeom>
        </p:spPr>
      </p:pic>
      <p:pic>
        <p:nvPicPr>
          <p:cNvPr id="15" name="图形 14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258346" y="2769006"/>
            <a:ext cx="720000" cy="720000"/>
          </a:xfrm>
          <a:prstGeom prst="rect">
            <a:avLst/>
          </a:prstGeom>
        </p:spPr>
      </p:pic>
      <p:pic>
        <p:nvPicPr>
          <p:cNvPr id="16" name="图形 15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6636830" y="1773544"/>
            <a:ext cx="720000" cy="720000"/>
          </a:xfrm>
          <a:prstGeom prst="rect">
            <a:avLst/>
          </a:prstGeom>
        </p:spPr>
      </p:pic>
      <p:cxnSp>
        <p:nvCxnSpPr>
          <p:cNvPr id="18" name="直接连接符 17"/>
          <p:cNvCxnSpPr/>
          <p:nvPr/>
        </p:nvCxnSpPr>
        <p:spPr>
          <a:xfrm>
            <a:off x="4265623" y="4414892"/>
            <a:ext cx="516571" cy="0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接连接符 20"/>
          <p:cNvCxnSpPr/>
          <p:nvPr/>
        </p:nvCxnSpPr>
        <p:spPr>
          <a:xfrm>
            <a:off x="5763907" y="2144911"/>
            <a:ext cx="868026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矩形 25"/>
          <p:cNvSpPr/>
          <p:nvPr/>
        </p:nvSpPr>
        <p:spPr>
          <a:xfrm>
            <a:off x="7493537" y="2623420"/>
            <a:ext cx="2678316" cy="943831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7" name="直接连接符 26"/>
          <p:cNvCxnSpPr/>
          <p:nvPr/>
        </p:nvCxnSpPr>
        <p:spPr>
          <a:xfrm>
            <a:off x="5741219" y="4381899"/>
            <a:ext cx="801288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接连接符 27"/>
          <p:cNvCxnSpPr/>
          <p:nvPr/>
        </p:nvCxnSpPr>
        <p:spPr>
          <a:xfrm flipV="1">
            <a:off x="7180520" y="3758687"/>
            <a:ext cx="490150" cy="342916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接连接符 29"/>
          <p:cNvCxnSpPr/>
          <p:nvPr/>
        </p:nvCxnSpPr>
        <p:spPr>
          <a:xfrm flipV="1">
            <a:off x="3504353" y="2358586"/>
            <a:ext cx="1407110" cy="782750"/>
          </a:xfrm>
          <a:prstGeom prst="line">
            <a:avLst/>
          </a:prstGeom>
          <a:ln w="1905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连接符 31"/>
          <p:cNvCxnSpPr/>
          <p:nvPr/>
        </p:nvCxnSpPr>
        <p:spPr>
          <a:xfrm>
            <a:off x="3534687" y="3408157"/>
            <a:ext cx="1345556" cy="741955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连接符 34"/>
          <p:cNvCxnSpPr/>
          <p:nvPr/>
        </p:nvCxnSpPr>
        <p:spPr>
          <a:xfrm>
            <a:off x="5189023" y="2530833"/>
            <a:ext cx="0" cy="1399312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直接连接符 42"/>
          <p:cNvCxnSpPr/>
          <p:nvPr/>
        </p:nvCxnSpPr>
        <p:spPr>
          <a:xfrm>
            <a:off x="8241862" y="3285954"/>
            <a:ext cx="990191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2" name="图形 21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3560303" y="1505176"/>
            <a:ext cx="720000" cy="720000"/>
          </a:xfrm>
          <a:prstGeom prst="rect">
            <a:avLst/>
          </a:prstGeom>
        </p:spPr>
      </p:pic>
      <p:pic>
        <p:nvPicPr>
          <p:cNvPr id="24" name="图形 23"/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4946605" y="1741459"/>
            <a:ext cx="742734" cy="742734"/>
          </a:xfrm>
          <a:prstGeom prst="rect">
            <a:avLst/>
          </a:prstGeom>
        </p:spPr>
      </p:pic>
      <p:sp>
        <p:nvSpPr>
          <p:cNvPr id="29" name="矩形 28"/>
          <p:cNvSpPr/>
          <p:nvPr/>
        </p:nvSpPr>
        <p:spPr>
          <a:xfrm>
            <a:off x="4773518" y="1578133"/>
            <a:ext cx="1149465" cy="1031082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1" name="直接连接符 30"/>
          <p:cNvCxnSpPr/>
          <p:nvPr/>
        </p:nvCxnSpPr>
        <p:spPr>
          <a:xfrm>
            <a:off x="4347411" y="1810501"/>
            <a:ext cx="433641" cy="0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接连接符 35"/>
          <p:cNvCxnSpPr/>
          <p:nvPr/>
        </p:nvCxnSpPr>
        <p:spPr>
          <a:xfrm>
            <a:off x="6941120" y="2516278"/>
            <a:ext cx="11466" cy="1317955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5" name="图形 24"/>
          <p:cNvPicPr>
            <a:picLocks noChangeAspect="1"/>
          </p:cNvPicPr>
          <p:nvPr/>
        </p:nvPicPr>
        <p:blipFill>
          <a:blip r:embed="rId20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5182312" y="2988529"/>
            <a:ext cx="507027" cy="50702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组合 12">
            <a:extLst>
              <a:ext uri="{FF2B5EF4-FFF2-40B4-BE49-F238E27FC236}">
                <a16:creationId xmlns:a16="http://schemas.microsoft.com/office/drawing/2014/main" id="{E42B5694-AC4E-4F24-BF67-CF2A17FEB855}"/>
              </a:ext>
            </a:extLst>
          </p:cNvPr>
          <p:cNvGrpSpPr/>
          <p:nvPr/>
        </p:nvGrpSpPr>
        <p:grpSpPr>
          <a:xfrm>
            <a:off x="1689782" y="1474779"/>
            <a:ext cx="2471420" cy="877457"/>
            <a:chOff x="1689782" y="1474779"/>
            <a:chExt cx="2471420" cy="877457"/>
          </a:xfrm>
        </p:grpSpPr>
        <p:grpSp>
          <p:nvGrpSpPr>
            <p:cNvPr id="6" name="组合 5"/>
            <p:cNvGrpSpPr>
              <a:grpSpLocks noChangeAspect="1"/>
            </p:cNvGrpSpPr>
            <p:nvPr/>
          </p:nvGrpSpPr>
          <p:grpSpPr>
            <a:xfrm>
              <a:off x="2682287" y="1474779"/>
              <a:ext cx="475615" cy="470535"/>
              <a:chOff x="4445000" y="739632"/>
              <a:chExt cx="375710" cy="371203"/>
            </a:xfrm>
            <a:solidFill>
              <a:srgbClr val="4A5F7E"/>
            </a:solidFill>
          </p:grpSpPr>
          <p:sp>
            <p:nvSpPr>
              <p:cNvPr id="10" name="矩形: 圆角 63"/>
              <p:cNvSpPr/>
              <p:nvPr/>
            </p:nvSpPr>
            <p:spPr>
              <a:xfrm>
                <a:off x="4445000" y="740833"/>
                <a:ext cx="156634" cy="156634"/>
              </a:xfrm>
              <a:prstGeom prst="roundRect">
                <a:avLst/>
              </a:prstGeom>
              <a:grpFill/>
              <a:ln w="38100">
                <a:solidFill>
                  <a:srgbClr val="4A5F7E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" name="矩形: 圆角 64"/>
              <p:cNvSpPr/>
              <p:nvPr/>
            </p:nvSpPr>
            <p:spPr>
              <a:xfrm>
                <a:off x="4445000" y="954201"/>
                <a:ext cx="156634" cy="156634"/>
              </a:xfrm>
              <a:prstGeom prst="roundRect">
                <a:avLst/>
              </a:prstGeom>
              <a:grpFill/>
              <a:ln w="38100">
                <a:solidFill>
                  <a:srgbClr val="4A5F7E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8" name="矩形: 圆角 65"/>
              <p:cNvSpPr/>
              <p:nvPr/>
            </p:nvSpPr>
            <p:spPr>
              <a:xfrm rot="1800000">
                <a:off x="4672028" y="739632"/>
                <a:ext cx="145198" cy="138592"/>
              </a:xfrm>
              <a:prstGeom prst="roundRect">
                <a:avLst/>
              </a:prstGeom>
              <a:noFill/>
              <a:ln w="57150">
                <a:solidFill>
                  <a:srgbClr val="4A5F7E"/>
                </a:solidFill>
              </a:ln>
              <a:extLst>
                <a:ext uri="{909E8E84-426E-40DD-AFC4-6F175D3DCCD1}">
                  <a14:hiddenFill xmlns:a14="http://schemas.microsoft.com/office/drawing/2010/main">
                    <a:grpFill/>
                  </a14:hiddenFill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0" name="矩形: 圆角 66"/>
              <p:cNvSpPr/>
              <p:nvPr/>
            </p:nvSpPr>
            <p:spPr>
              <a:xfrm>
                <a:off x="4664075" y="954201"/>
                <a:ext cx="156635" cy="156634"/>
              </a:xfrm>
              <a:prstGeom prst="roundRect">
                <a:avLst/>
              </a:prstGeom>
              <a:grpFill/>
              <a:ln w="38100">
                <a:solidFill>
                  <a:srgbClr val="4A5F7E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21" name="文本框 20"/>
            <p:cNvSpPr txBox="1"/>
            <p:nvPr/>
          </p:nvSpPr>
          <p:spPr>
            <a:xfrm>
              <a:off x="1689782" y="1979491"/>
              <a:ext cx="2471420" cy="372745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pPr algn="ctr"/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Merchant Application</a:t>
              </a:r>
            </a:p>
          </p:txBody>
        </p:sp>
      </p:grpSp>
      <p:cxnSp>
        <p:nvCxnSpPr>
          <p:cNvPr id="32" name="直接箭头连接符 31"/>
          <p:cNvCxnSpPr>
            <a:cxnSpLocks/>
          </p:cNvCxnSpPr>
          <p:nvPr/>
        </p:nvCxnSpPr>
        <p:spPr>
          <a:xfrm>
            <a:off x="3019431" y="2833368"/>
            <a:ext cx="2768741" cy="0"/>
          </a:xfrm>
          <a:prstGeom prst="straightConnector1">
            <a:avLst/>
          </a:prstGeom>
          <a:ln w="38100">
            <a:solidFill>
              <a:schemeClr val="tx1"/>
            </a:solidFill>
            <a:tailEnd type="non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grpSp>
        <p:nvGrpSpPr>
          <p:cNvPr id="5" name="组合 4">
            <a:extLst>
              <a:ext uri="{FF2B5EF4-FFF2-40B4-BE49-F238E27FC236}">
                <a16:creationId xmlns:a16="http://schemas.microsoft.com/office/drawing/2014/main" id="{41B01B08-88FD-4404-9085-7776476DC072}"/>
              </a:ext>
            </a:extLst>
          </p:cNvPr>
          <p:cNvGrpSpPr/>
          <p:nvPr/>
        </p:nvGrpSpPr>
        <p:grpSpPr>
          <a:xfrm>
            <a:off x="3016931" y="4776260"/>
            <a:ext cx="2651800" cy="106874"/>
            <a:chOff x="3016932" y="4674660"/>
            <a:chExt cx="2366890" cy="102445"/>
          </a:xfrm>
        </p:grpSpPr>
        <p:cxnSp>
          <p:nvCxnSpPr>
            <p:cNvPr id="34" name="直接箭头连接符 33"/>
            <p:cNvCxnSpPr>
              <a:cxnSpLocks/>
            </p:cNvCxnSpPr>
            <p:nvPr/>
          </p:nvCxnSpPr>
          <p:spPr>
            <a:xfrm flipV="1">
              <a:off x="3016932" y="4674660"/>
              <a:ext cx="2358390" cy="0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triangle"/>
              <a:tailEnd type="non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36" name="直接箭头连接符 35"/>
            <p:cNvCxnSpPr>
              <a:cxnSpLocks/>
            </p:cNvCxnSpPr>
            <p:nvPr/>
          </p:nvCxnSpPr>
          <p:spPr>
            <a:xfrm>
              <a:off x="3025822" y="4777105"/>
              <a:ext cx="2358000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  <p:sp>
        <p:nvSpPr>
          <p:cNvPr id="38" name="文本框 37"/>
          <p:cNvSpPr txBox="1"/>
          <p:nvPr/>
        </p:nvSpPr>
        <p:spPr>
          <a:xfrm>
            <a:off x="2923488" y="2487293"/>
            <a:ext cx="2772000" cy="2724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zh-CN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Step1.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Send payment Intent</a:t>
            </a:r>
          </a:p>
        </p:txBody>
      </p:sp>
      <p:sp>
        <p:nvSpPr>
          <p:cNvPr id="39" name="文本框 38"/>
          <p:cNvSpPr txBox="1"/>
          <p:nvPr/>
        </p:nvSpPr>
        <p:spPr>
          <a:xfrm>
            <a:off x="3024551" y="4422205"/>
            <a:ext cx="2693623" cy="26924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zh-C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Step3. </a:t>
            </a:r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Construct order request</a:t>
            </a:r>
          </a:p>
        </p:txBody>
      </p:sp>
      <p:cxnSp>
        <p:nvCxnSpPr>
          <p:cNvPr id="40" name="直接箭头连接符 39"/>
          <p:cNvCxnSpPr/>
          <p:nvPr/>
        </p:nvCxnSpPr>
        <p:spPr>
          <a:xfrm flipV="1">
            <a:off x="5894070" y="4817745"/>
            <a:ext cx="2523600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41" name="文本框 40"/>
          <p:cNvSpPr txBox="1"/>
          <p:nvPr/>
        </p:nvSpPr>
        <p:spPr>
          <a:xfrm>
            <a:off x="6476485" y="4221175"/>
            <a:ext cx="1643019" cy="54234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zh-C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Step4. </a:t>
            </a:r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Relay </a:t>
            </a:r>
          </a:p>
          <a:p>
            <a:pPr algn="ctr"/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tampered request</a:t>
            </a:r>
          </a:p>
        </p:txBody>
      </p:sp>
      <p:pic>
        <p:nvPicPr>
          <p:cNvPr id="48" name="图片 47" descr="恶魔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355077" y="4052265"/>
            <a:ext cx="337820" cy="337820"/>
          </a:xfrm>
          <a:prstGeom prst="rect">
            <a:avLst/>
          </a:prstGeom>
        </p:spPr>
      </p:pic>
      <p:sp>
        <p:nvSpPr>
          <p:cNvPr id="49" name="文本框 48"/>
          <p:cNvSpPr txBox="1"/>
          <p:nvPr/>
        </p:nvSpPr>
        <p:spPr>
          <a:xfrm>
            <a:off x="6133216" y="3210540"/>
            <a:ext cx="2097625" cy="597793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zh-CN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Step2.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Hijack Intent 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Resolution</a:t>
            </a:r>
          </a:p>
        </p:txBody>
      </p:sp>
      <p:sp>
        <p:nvSpPr>
          <p:cNvPr id="51" name="矩形 50"/>
          <p:cNvSpPr/>
          <p:nvPr/>
        </p:nvSpPr>
        <p:spPr>
          <a:xfrm>
            <a:off x="2842307" y="4335780"/>
            <a:ext cx="179705" cy="1010920"/>
          </a:xfrm>
          <a:prstGeom prst="rect">
            <a:avLst/>
          </a:prstGeom>
          <a:solidFill>
            <a:srgbClr val="668BAB"/>
          </a:solidFill>
          <a:ln>
            <a:solidFill>
              <a:srgbClr val="668BAB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2" name="图片 51" descr="对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096000" y="4576051"/>
            <a:ext cx="353060" cy="353060"/>
          </a:xfrm>
          <a:prstGeom prst="rect">
            <a:avLst/>
          </a:prstGeom>
        </p:spPr>
      </p:pic>
      <p:cxnSp>
        <p:nvCxnSpPr>
          <p:cNvPr id="53" name="直接箭头连接符 52"/>
          <p:cNvCxnSpPr>
            <a:cxnSpLocks/>
          </p:cNvCxnSpPr>
          <p:nvPr/>
        </p:nvCxnSpPr>
        <p:spPr>
          <a:xfrm>
            <a:off x="5894070" y="2834188"/>
            <a:ext cx="2494505" cy="0"/>
          </a:xfrm>
          <a:prstGeom prst="straightConnector1">
            <a:avLst/>
          </a:prstGeom>
          <a:ln w="38100">
            <a:solidFill>
              <a:schemeClr val="tx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pic>
        <p:nvPicPr>
          <p:cNvPr id="54" name="图形 67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562646" y="3411088"/>
            <a:ext cx="720000" cy="720000"/>
          </a:xfrm>
          <a:prstGeom prst="rect">
            <a:avLst/>
          </a:prstGeom>
        </p:spPr>
      </p:pic>
      <p:sp>
        <p:nvSpPr>
          <p:cNvPr id="55" name="文本框 54"/>
          <p:cNvSpPr txBox="1"/>
          <p:nvPr/>
        </p:nvSpPr>
        <p:spPr>
          <a:xfrm>
            <a:off x="1693592" y="4013200"/>
            <a:ext cx="2471420" cy="37274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Merchant Platform</a:t>
            </a:r>
          </a:p>
        </p:txBody>
      </p:sp>
      <p:sp>
        <p:nvSpPr>
          <p:cNvPr id="56" name="矩形 55"/>
          <p:cNvSpPr/>
          <p:nvPr/>
        </p:nvSpPr>
        <p:spPr>
          <a:xfrm>
            <a:off x="8515350" y="2379345"/>
            <a:ext cx="179705" cy="1831975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rgbClr val="2E54A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8" name="文本框 57"/>
          <p:cNvSpPr txBox="1"/>
          <p:nvPr/>
        </p:nvSpPr>
        <p:spPr>
          <a:xfrm>
            <a:off x="2955113" y="2847338"/>
            <a:ext cx="2663748" cy="504637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amount=</a:t>
            </a:r>
            <a:r>
              <a:rPr lang="en-US" altLang="zh-CN" sz="1400" dirty="0" err="1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aaaa</a:t>
            </a:r>
            <a:r>
              <a:rPr lang="en-US" altLang="zh-CN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&amp;description</a:t>
            </a:r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=</a:t>
            </a:r>
            <a:r>
              <a:rPr lang="en-US" altLang="zh-CN" sz="1400" dirty="0" err="1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bbbb</a:t>
            </a:r>
            <a:r>
              <a:rPr lang="en-US" altLang="zh-CN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&amp;order_id</a:t>
            </a:r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=</a:t>
            </a:r>
            <a:r>
              <a:rPr lang="en-US" altLang="zh-CN" sz="1400" dirty="0" err="1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cccc</a:t>
            </a:r>
            <a:r>
              <a:rPr lang="en-US" altLang="zh-CN" sz="1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&amp;sign</a:t>
            </a:r>
            <a:r>
              <a:rPr lang="en-US" altLang="zh-CN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</a:t>
            </a:r>
            <a:r>
              <a:rPr lang="en-US" altLang="zh-CN" sz="1400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……</a:t>
            </a:r>
          </a:p>
        </p:txBody>
      </p:sp>
      <p:sp>
        <p:nvSpPr>
          <p:cNvPr id="69" name="任意多边形 68"/>
          <p:cNvSpPr/>
          <p:nvPr/>
        </p:nvSpPr>
        <p:spPr>
          <a:xfrm>
            <a:off x="6077560" y="3119955"/>
            <a:ext cx="289480" cy="1376757"/>
          </a:xfrm>
          <a:custGeom>
            <a:avLst/>
            <a:gdLst>
              <a:gd name="connisteX0" fmla="*/ 0 w 362087"/>
              <a:gd name="connsiteY0" fmla="*/ 0 h 1435100"/>
              <a:gd name="connisteX1" fmla="*/ 361950 w 362087"/>
              <a:gd name="connsiteY1" fmla="*/ 705485 h 1435100"/>
              <a:gd name="connisteX2" fmla="*/ 36195 w 362087"/>
              <a:gd name="connsiteY2" fmla="*/ 1435100 h 14351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</a:cxnLst>
            <a:rect l="l" t="t" r="r" b="b"/>
            <a:pathLst>
              <a:path w="362088" h="1435100">
                <a:moveTo>
                  <a:pt x="0" y="0"/>
                </a:moveTo>
                <a:cubicBezTo>
                  <a:pt x="78740" y="126365"/>
                  <a:pt x="354965" y="418465"/>
                  <a:pt x="361950" y="705485"/>
                </a:cubicBezTo>
                <a:cubicBezTo>
                  <a:pt x="368935" y="992505"/>
                  <a:pt x="108585" y="1303020"/>
                  <a:pt x="36195" y="1435100"/>
                </a:cubicBezTo>
              </a:path>
            </a:pathLst>
          </a:custGeom>
          <a:noFill/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70" name="组合 69"/>
          <p:cNvGrpSpPr>
            <a:grpSpLocks noChangeAspect="1"/>
          </p:cNvGrpSpPr>
          <p:nvPr/>
        </p:nvGrpSpPr>
        <p:grpSpPr>
          <a:xfrm>
            <a:off x="5646053" y="2487293"/>
            <a:ext cx="457859" cy="900000"/>
            <a:chOff x="6484937" y="882650"/>
            <a:chExt cx="1979295" cy="3890645"/>
          </a:xfrm>
        </p:grpSpPr>
        <p:pic>
          <p:nvPicPr>
            <p:cNvPr id="71" name="图片 70" descr="ef56901b-e67b-48c3-91cc-2ffb6efbef1e"/>
            <p:cNvPicPr>
              <a:picLocks noChangeAspect="1"/>
            </p:cNvPicPr>
            <p:nvPr/>
          </p:nvPicPr>
          <p:blipFill rotWithShape="1">
            <a:blip r:embed="rId9"/>
            <a:srcRect l="30132" t="10719" r="30559" b="12022"/>
            <a:stretch>
              <a:fillRect/>
            </a:stretch>
          </p:blipFill>
          <p:spPr>
            <a:xfrm>
              <a:off x="6484937" y="882650"/>
              <a:ext cx="1979295" cy="3890645"/>
            </a:xfrm>
            <a:prstGeom prst="rect">
              <a:avLst/>
            </a:prstGeom>
          </p:spPr>
        </p:pic>
        <p:pic>
          <p:nvPicPr>
            <p:cNvPr id="72" name="图片 71"/>
            <p:cNvPicPr>
              <a:picLocks noChangeAspect="1"/>
            </p:cNvPicPr>
            <p:nvPr/>
          </p:nvPicPr>
          <p:blipFill rotWithShape="1">
            <a:blip r:embed="rId10"/>
            <a:srcRect l="117" t="-39" r="-220" b="-19"/>
            <a:stretch>
              <a:fillRect/>
            </a:stretch>
          </p:blipFill>
          <p:spPr>
            <a:xfrm>
              <a:off x="6621567" y="1004697"/>
              <a:ext cx="1715983" cy="3618321"/>
            </a:xfrm>
            <a:custGeom>
              <a:avLst/>
              <a:gdLst>
                <a:gd name="connsiteX0" fmla="*/ 854765 w 1715983"/>
                <a:gd name="connsiteY0" fmla="*/ 62102 h 3652899"/>
                <a:gd name="connsiteX1" fmla="*/ 812696 w 1715983"/>
                <a:gd name="connsiteY1" fmla="*/ 104171 h 3652899"/>
                <a:gd name="connsiteX2" fmla="*/ 854765 w 1715983"/>
                <a:gd name="connsiteY2" fmla="*/ 146240 h 3652899"/>
                <a:gd name="connsiteX3" fmla="*/ 896834 w 1715983"/>
                <a:gd name="connsiteY3" fmla="*/ 104171 h 3652899"/>
                <a:gd name="connsiteX4" fmla="*/ 854765 w 1715983"/>
                <a:gd name="connsiteY4" fmla="*/ 62102 h 3652899"/>
                <a:gd name="connsiteX5" fmla="*/ 142873 w 1715983"/>
                <a:gd name="connsiteY5" fmla="*/ 0 h 3652899"/>
                <a:gd name="connsiteX6" fmla="*/ 1573110 w 1715983"/>
                <a:gd name="connsiteY6" fmla="*/ 0 h 3652899"/>
                <a:gd name="connsiteX7" fmla="*/ 1715983 w 1715983"/>
                <a:gd name="connsiteY7" fmla="*/ 142873 h 3652899"/>
                <a:gd name="connsiteX8" fmla="*/ 1715983 w 1715983"/>
                <a:gd name="connsiteY8" fmla="*/ 3510026 h 3652899"/>
                <a:gd name="connsiteX9" fmla="*/ 1573110 w 1715983"/>
                <a:gd name="connsiteY9" fmla="*/ 3652899 h 3652899"/>
                <a:gd name="connsiteX10" fmla="*/ 142873 w 1715983"/>
                <a:gd name="connsiteY10" fmla="*/ 3652899 h 3652899"/>
                <a:gd name="connsiteX11" fmla="*/ 0 w 1715983"/>
                <a:gd name="connsiteY11" fmla="*/ 3510026 h 3652899"/>
                <a:gd name="connsiteX12" fmla="*/ 0 w 1715983"/>
                <a:gd name="connsiteY12" fmla="*/ 142873 h 3652899"/>
                <a:gd name="connsiteX13" fmla="*/ 142873 w 1715983"/>
                <a:gd name="connsiteY13" fmla="*/ 0 h 3652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15983" h="3652899">
                  <a:moveTo>
                    <a:pt x="854765" y="62102"/>
                  </a:moveTo>
                  <a:cubicBezTo>
                    <a:pt x="831531" y="62102"/>
                    <a:pt x="812696" y="80937"/>
                    <a:pt x="812696" y="104171"/>
                  </a:cubicBezTo>
                  <a:cubicBezTo>
                    <a:pt x="812696" y="127405"/>
                    <a:pt x="831531" y="146240"/>
                    <a:pt x="854765" y="146240"/>
                  </a:cubicBezTo>
                  <a:cubicBezTo>
                    <a:pt x="877999" y="146240"/>
                    <a:pt x="896834" y="127405"/>
                    <a:pt x="896834" y="104171"/>
                  </a:cubicBezTo>
                  <a:cubicBezTo>
                    <a:pt x="896834" y="80937"/>
                    <a:pt x="877999" y="62102"/>
                    <a:pt x="854765" y="62102"/>
                  </a:cubicBezTo>
                  <a:close/>
                  <a:moveTo>
                    <a:pt x="142873" y="0"/>
                  </a:moveTo>
                  <a:lnTo>
                    <a:pt x="1573110" y="0"/>
                  </a:lnTo>
                  <a:cubicBezTo>
                    <a:pt x="1652017" y="0"/>
                    <a:pt x="1715983" y="63966"/>
                    <a:pt x="1715983" y="142873"/>
                  </a:cubicBezTo>
                  <a:lnTo>
                    <a:pt x="1715983" y="3510026"/>
                  </a:lnTo>
                  <a:cubicBezTo>
                    <a:pt x="1715983" y="3588933"/>
                    <a:pt x="1652017" y="3652899"/>
                    <a:pt x="1573110" y="3652899"/>
                  </a:cubicBezTo>
                  <a:lnTo>
                    <a:pt x="142873" y="3652899"/>
                  </a:lnTo>
                  <a:cubicBezTo>
                    <a:pt x="63966" y="3652899"/>
                    <a:pt x="0" y="3588933"/>
                    <a:pt x="0" y="3510026"/>
                  </a:cubicBezTo>
                  <a:lnTo>
                    <a:pt x="0" y="142873"/>
                  </a:lnTo>
                  <a:cubicBezTo>
                    <a:pt x="0" y="63966"/>
                    <a:pt x="63966" y="0"/>
                    <a:pt x="142873" y="0"/>
                  </a:cubicBezTo>
                  <a:close/>
                </a:path>
              </a:pathLst>
            </a:custGeom>
          </p:spPr>
        </p:pic>
      </p:grpSp>
      <p:grpSp>
        <p:nvGrpSpPr>
          <p:cNvPr id="73" name="组合 72"/>
          <p:cNvGrpSpPr>
            <a:grpSpLocks noChangeAspect="1"/>
          </p:cNvGrpSpPr>
          <p:nvPr/>
        </p:nvGrpSpPr>
        <p:grpSpPr>
          <a:xfrm>
            <a:off x="8392914" y="4314510"/>
            <a:ext cx="457859" cy="900000"/>
            <a:chOff x="5209721" y="2071270"/>
            <a:chExt cx="1979295" cy="3890645"/>
          </a:xfrm>
        </p:grpSpPr>
        <p:pic>
          <p:nvPicPr>
            <p:cNvPr id="74" name="图片 73" descr="ef56901b-e67b-48c3-91cc-2ffb6efbef1e"/>
            <p:cNvPicPr>
              <a:picLocks noChangeAspect="1"/>
            </p:cNvPicPr>
            <p:nvPr/>
          </p:nvPicPr>
          <p:blipFill rotWithShape="1">
            <a:blip r:embed="rId9"/>
            <a:srcRect l="30132" t="10719" r="30559" b="12022"/>
            <a:stretch>
              <a:fillRect/>
            </a:stretch>
          </p:blipFill>
          <p:spPr>
            <a:xfrm>
              <a:off x="5209721" y="2071270"/>
              <a:ext cx="1979295" cy="3890645"/>
            </a:xfrm>
            <a:prstGeom prst="rect">
              <a:avLst/>
            </a:prstGeom>
          </p:spPr>
        </p:pic>
        <p:pic>
          <p:nvPicPr>
            <p:cNvPr id="75" name="图片 74"/>
            <p:cNvPicPr>
              <a:picLocks noChangeAspect="1"/>
            </p:cNvPicPr>
            <p:nvPr/>
          </p:nvPicPr>
          <p:blipFill rotWithShape="1">
            <a:blip r:embed="rId11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19" t="8" r="-319" b="4903"/>
            <a:stretch>
              <a:fillRect/>
            </a:stretch>
          </p:blipFill>
          <p:spPr>
            <a:xfrm>
              <a:off x="5347408" y="2193608"/>
              <a:ext cx="1714849" cy="3622830"/>
            </a:xfrm>
            <a:custGeom>
              <a:avLst/>
              <a:gdLst>
                <a:gd name="connsiteX0" fmla="*/ 853548 w 1714849"/>
                <a:gd name="connsiteY0" fmla="*/ 61524 h 3622830"/>
                <a:gd name="connsiteX1" fmla="*/ 811479 w 1714849"/>
                <a:gd name="connsiteY1" fmla="*/ 103593 h 3622830"/>
                <a:gd name="connsiteX2" fmla="*/ 853548 w 1714849"/>
                <a:gd name="connsiteY2" fmla="*/ 145662 h 3622830"/>
                <a:gd name="connsiteX3" fmla="*/ 895617 w 1714849"/>
                <a:gd name="connsiteY3" fmla="*/ 103593 h 3622830"/>
                <a:gd name="connsiteX4" fmla="*/ 853548 w 1714849"/>
                <a:gd name="connsiteY4" fmla="*/ 61524 h 3622830"/>
                <a:gd name="connsiteX5" fmla="*/ 149912 w 1714849"/>
                <a:gd name="connsiteY5" fmla="*/ 0 h 3622830"/>
                <a:gd name="connsiteX6" fmla="*/ 1564937 w 1714849"/>
                <a:gd name="connsiteY6" fmla="*/ 0 h 3622830"/>
                <a:gd name="connsiteX7" fmla="*/ 1714849 w 1714849"/>
                <a:gd name="connsiteY7" fmla="*/ 149912 h 3622830"/>
                <a:gd name="connsiteX8" fmla="*/ 1714849 w 1714849"/>
                <a:gd name="connsiteY8" fmla="*/ 3472918 h 3622830"/>
                <a:gd name="connsiteX9" fmla="*/ 1564937 w 1714849"/>
                <a:gd name="connsiteY9" fmla="*/ 3622830 h 3622830"/>
                <a:gd name="connsiteX10" fmla="*/ 149912 w 1714849"/>
                <a:gd name="connsiteY10" fmla="*/ 3622830 h 3622830"/>
                <a:gd name="connsiteX11" fmla="*/ 0 w 1714849"/>
                <a:gd name="connsiteY11" fmla="*/ 3472918 h 3622830"/>
                <a:gd name="connsiteX12" fmla="*/ 0 w 1714849"/>
                <a:gd name="connsiteY12" fmla="*/ 149912 h 3622830"/>
                <a:gd name="connsiteX13" fmla="*/ 149912 w 1714849"/>
                <a:gd name="connsiteY13" fmla="*/ 0 h 36228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14849" h="3622830">
                  <a:moveTo>
                    <a:pt x="853548" y="61524"/>
                  </a:moveTo>
                  <a:cubicBezTo>
                    <a:pt x="830314" y="61524"/>
                    <a:pt x="811479" y="80359"/>
                    <a:pt x="811479" y="103593"/>
                  </a:cubicBezTo>
                  <a:cubicBezTo>
                    <a:pt x="811479" y="126827"/>
                    <a:pt x="830314" y="145662"/>
                    <a:pt x="853548" y="145662"/>
                  </a:cubicBezTo>
                  <a:cubicBezTo>
                    <a:pt x="876782" y="145662"/>
                    <a:pt x="895617" y="126827"/>
                    <a:pt x="895617" y="103593"/>
                  </a:cubicBezTo>
                  <a:cubicBezTo>
                    <a:pt x="895617" y="80359"/>
                    <a:pt x="876782" y="61524"/>
                    <a:pt x="853548" y="61524"/>
                  </a:cubicBezTo>
                  <a:close/>
                  <a:moveTo>
                    <a:pt x="149912" y="0"/>
                  </a:moveTo>
                  <a:lnTo>
                    <a:pt x="1564937" y="0"/>
                  </a:lnTo>
                  <a:cubicBezTo>
                    <a:pt x="1647731" y="0"/>
                    <a:pt x="1714849" y="67118"/>
                    <a:pt x="1714849" y="149912"/>
                  </a:cubicBezTo>
                  <a:lnTo>
                    <a:pt x="1714849" y="3472918"/>
                  </a:lnTo>
                  <a:cubicBezTo>
                    <a:pt x="1714849" y="3555712"/>
                    <a:pt x="1647731" y="3622830"/>
                    <a:pt x="1564937" y="3622830"/>
                  </a:cubicBezTo>
                  <a:lnTo>
                    <a:pt x="149912" y="3622830"/>
                  </a:lnTo>
                  <a:cubicBezTo>
                    <a:pt x="67118" y="3622830"/>
                    <a:pt x="0" y="3555712"/>
                    <a:pt x="0" y="3472918"/>
                  </a:cubicBezTo>
                  <a:lnTo>
                    <a:pt x="0" y="149912"/>
                  </a:lnTo>
                  <a:cubicBezTo>
                    <a:pt x="0" y="67118"/>
                    <a:pt x="67118" y="0"/>
                    <a:pt x="149912" y="0"/>
                  </a:cubicBezTo>
                  <a:close/>
                </a:path>
              </a:pathLst>
            </a:custGeom>
          </p:spPr>
        </p:pic>
      </p:grpSp>
      <p:grpSp>
        <p:nvGrpSpPr>
          <p:cNvPr id="76" name="组合 75"/>
          <p:cNvGrpSpPr>
            <a:grpSpLocks noChangeAspect="1"/>
          </p:cNvGrpSpPr>
          <p:nvPr/>
        </p:nvGrpSpPr>
        <p:grpSpPr>
          <a:xfrm>
            <a:off x="5646053" y="4314510"/>
            <a:ext cx="457859" cy="900000"/>
            <a:chOff x="6484937" y="882650"/>
            <a:chExt cx="1979295" cy="3890645"/>
          </a:xfrm>
        </p:grpSpPr>
        <p:pic>
          <p:nvPicPr>
            <p:cNvPr id="78" name="图片 77" descr="ef56901b-e67b-48c3-91cc-2ffb6efbef1e"/>
            <p:cNvPicPr>
              <a:picLocks noChangeAspect="1"/>
            </p:cNvPicPr>
            <p:nvPr/>
          </p:nvPicPr>
          <p:blipFill rotWithShape="1">
            <a:blip r:embed="rId9"/>
            <a:srcRect l="30132" t="10719" r="30559" b="12022"/>
            <a:stretch>
              <a:fillRect/>
            </a:stretch>
          </p:blipFill>
          <p:spPr>
            <a:xfrm>
              <a:off x="6484937" y="882650"/>
              <a:ext cx="1979295" cy="3890645"/>
            </a:xfrm>
            <a:prstGeom prst="rect">
              <a:avLst/>
            </a:prstGeom>
          </p:spPr>
        </p:pic>
        <p:pic>
          <p:nvPicPr>
            <p:cNvPr id="84" name="图片 83"/>
            <p:cNvPicPr>
              <a:picLocks noChangeAspect="1"/>
            </p:cNvPicPr>
            <p:nvPr/>
          </p:nvPicPr>
          <p:blipFill rotWithShape="1">
            <a:blip r:embed="rId1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0" t="-8" r="-290" b="5122"/>
            <a:stretch>
              <a:fillRect/>
            </a:stretch>
          </p:blipFill>
          <p:spPr>
            <a:xfrm>
              <a:off x="6621567" y="1004697"/>
              <a:ext cx="1715983" cy="3618321"/>
            </a:xfrm>
            <a:custGeom>
              <a:avLst/>
              <a:gdLst>
                <a:gd name="connsiteX0" fmla="*/ 854765 w 1715983"/>
                <a:gd name="connsiteY0" fmla="*/ 62102 h 3652899"/>
                <a:gd name="connsiteX1" fmla="*/ 812696 w 1715983"/>
                <a:gd name="connsiteY1" fmla="*/ 104171 h 3652899"/>
                <a:gd name="connsiteX2" fmla="*/ 854765 w 1715983"/>
                <a:gd name="connsiteY2" fmla="*/ 146240 h 3652899"/>
                <a:gd name="connsiteX3" fmla="*/ 896834 w 1715983"/>
                <a:gd name="connsiteY3" fmla="*/ 104171 h 3652899"/>
                <a:gd name="connsiteX4" fmla="*/ 854765 w 1715983"/>
                <a:gd name="connsiteY4" fmla="*/ 62102 h 3652899"/>
                <a:gd name="connsiteX5" fmla="*/ 142873 w 1715983"/>
                <a:gd name="connsiteY5" fmla="*/ 0 h 3652899"/>
                <a:gd name="connsiteX6" fmla="*/ 1573110 w 1715983"/>
                <a:gd name="connsiteY6" fmla="*/ 0 h 3652899"/>
                <a:gd name="connsiteX7" fmla="*/ 1715983 w 1715983"/>
                <a:gd name="connsiteY7" fmla="*/ 142873 h 3652899"/>
                <a:gd name="connsiteX8" fmla="*/ 1715983 w 1715983"/>
                <a:gd name="connsiteY8" fmla="*/ 3510026 h 3652899"/>
                <a:gd name="connsiteX9" fmla="*/ 1573110 w 1715983"/>
                <a:gd name="connsiteY9" fmla="*/ 3652899 h 3652899"/>
                <a:gd name="connsiteX10" fmla="*/ 142873 w 1715983"/>
                <a:gd name="connsiteY10" fmla="*/ 3652899 h 3652899"/>
                <a:gd name="connsiteX11" fmla="*/ 0 w 1715983"/>
                <a:gd name="connsiteY11" fmla="*/ 3510026 h 3652899"/>
                <a:gd name="connsiteX12" fmla="*/ 0 w 1715983"/>
                <a:gd name="connsiteY12" fmla="*/ 142873 h 3652899"/>
                <a:gd name="connsiteX13" fmla="*/ 142873 w 1715983"/>
                <a:gd name="connsiteY13" fmla="*/ 0 h 3652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15983" h="3652899">
                  <a:moveTo>
                    <a:pt x="854765" y="62102"/>
                  </a:moveTo>
                  <a:cubicBezTo>
                    <a:pt x="831531" y="62102"/>
                    <a:pt x="812696" y="80937"/>
                    <a:pt x="812696" y="104171"/>
                  </a:cubicBezTo>
                  <a:cubicBezTo>
                    <a:pt x="812696" y="127405"/>
                    <a:pt x="831531" y="146240"/>
                    <a:pt x="854765" y="146240"/>
                  </a:cubicBezTo>
                  <a:cubicBezTo>
                    <a:pt x="877999" y="146240"/>
                    <a:pt x="896834" y="127405"/>
                    <a:pt x="896834" y="104171"/>
                  </a:cubicBezTo>
                  <a:cubicBezTo>
                    <a:pt x="896834" y="80937"/>
                    <a:pt x="877999" y="62102"/>
                    <a:pt x="854765" y="62102"/>
                  </a:cubicBezTo>
                  <a:close/>
                  <a:moveTo>
                    <a:pt x="142873" y="0"/>
                  </a:moveTo>
                  <a:lnTo>
                    <a:pt x="1573110" y="0"/>
                  </a:lnTo>
                  <a:cubicBezTo>
                    <a:pt x="1652017" y="0"/>
                    <a:pt x="1715983" y="63966"/>
                    <a:pt x="1715983" y="142873"/>
                  </a:cubicBezTo>
                  <a:lnTo>
                    <a:pt x="1715983" y="3510026"/>
                  </a:lnTo>
                  <a:cubicBezTo>
                    <a:pt x="1715983" y="3588933"/>
                    <a:pt x="1652017" y="3652899"/>
                    <a:pt x="1573110" y="3652899"/>
                  </a:cubicBezTo>
                  <a:lnTo>
                    <a:pt x="142873" y="3652899"/>
                  </a:lnTo>
                  <a:cubicBezTo>
                    <a:pt x="63966" y="3652899"/>
                    <a:pt x="0" y="3588933"/>
                    <a:pt x="0" y="3510026"/>
                  </a:cubicBezTo>
                  <a:lnTo>
                    <a:pt x="0" y="142873"/>
                  </a:lnTo>
                  <a:cubicBezTo>
                    <a:pt x="0" y="63966"/>
                    <a:pt x="63966" y="0"/>
                    <a:pt x="142873" y="0"/>
                  </a:cubicBezTo>
                  <a:close/>
                </a:path>
              </a:pathLst>
            </a:custGeom>
          </p:spPr>
        </p:pic>
      </p:grpSp>
      <p:pic>
        <p:nvPicPr>
          <p:cNvPr id="50" name="图片 49" descr="错误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128706" y="2714941"/>
            <a:ext cx="259715" cy="259715"/>
          </a:xfrm>
          <a:prstGeom prst="rect">
            <a:avLst/>
          </a:prstGeom>
        </p:spPr>
      </p:pic>
      <p:sp>
        <p:nvSpPr>
          <p:cNvPr id="29" name="矩形 28"/>
          <p:cNvSpPr/>
          <p:nvPr/>
        </p:nvSpPr>
        <p:spPr>
          <a:xfrm>
            <a:off x="2835322" y="2381250"/>
            <a:ext cx="179705" cy="961200"/>
          </a:xfrm>
          <a:prstGeom prst="rect">
            <a:avLst/>
          </a:prstGeom>
          <a:solidFill>
            <a:srgbClr val="4A5F7E"/>
          </a:solidFill>
          <a:ln>
            <a:solidFill>
              <a:srgbClr val="4A5F7E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2F5B0E35-3D2D-4291-BBB4-3C1785C0291B}"/>
              </a:ext>
            </a:extLst>
          </p:cNvPr>
          <p:cNvSpPr txBox="1"/>
          <p:nvPr/>
        </p:nvSpPr>
        <p:spPr>
          <a:xfrm>
            <a:off x="2973377" y="4883134"/>
            <a:ext cx="2663748" cy="49148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amount=</a:t>
            </a:r>
            <a:r>
              <a:rPr lang="en-US" altLang="zh-CN" sz="1400" dirty="0" err="1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aaaa</a:t>
            </a:r>
            <a:r>
              <a:rPr lang="en-US" altLang="zh-CN" sz="1400" dirty="0" err="1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&amp;description</a:t>
            </a:r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=</a:t>
            </a:r>
            <a:r>
              <a:rPr lang="en-US" altLang="zh-CN" sz="1400" dirty="0" err="1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bbbb</a:t>
            </a:r>
            <a:r>
              <a:rPr lang="en-US" altLang="zh-CN" sz="1400" dirty="0" err="1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&amp;order_id</a:t>
            </a:r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=</a:t>
            </a:r>
            <a:r>
              <a:rPr lang="en-US" altLang="zh-CN" sz="1400" dirty="0" err="1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xxxx</a:t>
            </a:r>
            <a:r>
              <a:rPr lang="en-US" altLang="zh-CN" sz="1400" dirty="0" err="1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&amp;sign</a:t>
            </a:r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=</a:t>
            </a:r>
            <a:r>
              <a:rPr lang="en-US" altLang="zh-CN" sz="1400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……</a:t>
            </a:r>
          </a:p>
        </p:txBody>
      </p:sp>
      <p:grpSp>
        <p:nvGrpSpPr>
          <p:cNvPr id="15" name="组合 14">
            <a:extLst>
              <a:ext uri="{FF2B5EF4-FFF2-40B4-BE49-F238E27FC236}">
                <a16:creationId xmlns:a16="http://schemas.microsoft.com/office/drawing/2014/main" id="{B49626E9-A170-483A-8192-A438A64DC0B5}"/>
              </a:ext>
            </a:extLst>
          </p:cNvPr>
          <p:cNvGrpSpPr/>
          <p:nvPr/>
        </p:nvGrpSpPr>
        <p:grpSpPr>
          <a:xfrm>
            <a:off x="4727551" y="1466134"/>
            <a:ext cx="2471420" cy="886102"/>
            <a:chOff x="4727551" y="1466134"/>
            <a:chExt cx="2471420" cy="886102"/>
          </a:xfrm>
        </p:grpSpPr>
        <p:grpSp>
          <p:nvGrpSpPr>
            <p:cNvPr id="12" name="组合 11">
              <a:extLst>
                <a:ext uri="{FF2B5EF4-FFF2-40B4-BE49-F238E27FC236}">
                  <a16:creationId xmlns:a16="http://schemas.microsoft.com/office/drawing/2014/main" id="{C6DEC1F2-B4D7-4BCD-A1A3-2C921BDE1484}"/>
                </a:ext>
              </a:extLst>
            </p:cNvPr>
            <p:cNvGrpSpPr/>
            <p:nvPr/>
          </p:nvGrpSpPr>
          <p:grpSpPr>
            <a:xfrm>
              <a:off x="5558302" y="1466134"/>
              <a:ext cx="840740" cy="487825"/>
              <a:chOff x="5558302" y="1501789"/>
              <a:chExt cx="840740" cy="487825"/>
            </a:xfrm>
          </p:grpSpPr>
          <p:grpSp>
            <p:nvGrpSpPr>
              <p:cNvPr id="43" name="组合 42"/>
              <p:cNvGrpSpPr>
                <a:grpSpLocks noChangeAspect="1"/>
              </p:cNvGrpSpPr>
              <p:nvPr/>
            </p:nvGrpSpPr>
            <p:grpSpPr>
              <a:xfrm>
                <a:off x="5558302" y="1501789"/>
                <a:ext cx="475615" cy="470535"/>
                <a:chOff x="4445000" y="739632"/>
                <a:chExt cx="375710" cy="371203"/>
              </a:xfrm>
              <a:solidFill>
                <a:srgbClr val="AC1F18"/>
              </a:solidFill>
            </p:grpSpPr>
            <p:sp>
              <p:nvSpPr>
                <p:cNvPr id="44" name="矩形: 圆角 63"/>
                <p:cNvSpPr/>
                <p:nvPr/>
              </p:nvSpPr>
              <p:spPr>
                <a:xfrm>
                  <a:off x="4445000" y="740833"/>
                  <a:ext cx="156634" cy="156634"/>
                </a:xfrm>
                <a:prstGeom prst="roundRect">
                  <a:avLst/>
                </a:prstGeom>
                <a:grpFill/>
                <a:ln w="38100">
                  <a:solidFill>
                    <a:srgbClr val="AC1F18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45" name="矩形: 圆角 64"/>
                <p:cNvSpPr/>
                <p:nvPr/>
              </p:nvSpPr>
              <p:spPr>
                <a:xfrm>
                  <a:off x="4445000" y="954201"/>
                  <a:ext cx="156634" cy="156634"/>
                </a:xfrm>
                <a:prstGeom prst="roundRect">
                  <a:avLst/>
                </a:prstGeom>
                <a:grpFill/>
                <a:ln w="38100">
                  <a:solidFill>
                    <a:srgbClr val="AC1F18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46" name="矩形: 圆角 65"/>
                <p:cNvSpPr/>
                <p:nvPr/>
              </p:nvSpPr>
              <p:spPr>
                <a:xfrm rot="1800000">
                  <a:off x="4672028" y="739632"/>
                  <a:ext cx="145198" cy="138592"/>
                </a:xfrm>
                <a:prstGeom prst="roundRect">
                  <a:avLst/>
                </a:prstGeom>
                <a:noFill/>
                <a:ln w="57150">
                  <a:solidFill>
                    <a:srgbClr val="AC1F18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grpFill/>
                    </a14:hiddenFill>
                  </a:ext>
                </a:ex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47" name="矩形: 圆角 66"/>
                <p:cNvSpPr/>
                <p:nvPr/>
              </p:nvSpPr>
              <p:spPr>
                <a:xfrm>
                  <a:off x="4664075" y="954201"/>
                  <a:ext cx="156635" cy="156634"/>
                </a:xfrm>
                <a:prstGeom prst="roundRect">
                  <a:avLst/>
                </a:prstGeom>
                <a:grpFill/>
                <a:ln w="38100">
                  <a:solidFill>
                    <a:srgbClr val="AC1F18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pic>
            <p:nvPicPr>
              <p:cNvPr id="59" name="图片 58" descr="恶魔"/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6061222" y="1651794"/>
                <a:ext cx="337820" cy="337820"/>
              </a:xfrm>
              <a:prstGeom prst="rect">
                <a:avLst/>
              </a:prstGeom>
            </p:spPr>
          </p:pic>
        </p:grpSp>
        <p:sp>
          <p:nvSpPr>
            <p:cNvPr id="61" name="文本框 60">
              <a:extLst>
                <a:ext uri="{FF2B5EF4-FFF2-40B4-BE49-F238E27FC236}">
                  <a16:creationId xmlns:a16="http://schemas.microsoft.com/office/drawing/2014/main" id="{5A3AEE4D-456A-4A6E-A378-A0288134920C}"/>
                </a:ext>
              </a:extLst>
            </p:cNvPr>
            <p:cNvSpPr txBox="1"/>
            <p:nvPr/>
          </p:nvSpPr>
          <p:spPr>
            <a:xfrm>
              <a:off x="4727551" y="1979491"/>
              <a:ext cx="2471420" cy="372745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Malicious Application </a:t>
              </a:r>
            </a:p>
          </p:txBody>
        </p:sp>
      </p:grpSp>
      <p:grpSp>
        <p:nvGrpSpPr>
          <p:cNvPr id="16" name="组合 15">
            <a:extLst>
              <a:ext uri="{FF2B5EF4-FFF2-40B4-BE49-F238E27FC236}">
                <a16:creationId xmlns:a16="http://schemas.microsoft.com/office/drawing/2014/main" id="{0C2D48F0-2C7A-4DBD-B316-585EB4A09EA7}"/>
              </a:ext>
            </a:extLst>
          </p:cNvPr>
          <p:cNvGrpSpPr/>
          <p:nvPr/>
        </p:nvGrpSpPr>
        <p:grpSpPr>
          <a:xfrm>
            <a:off x="7503606" y="1350046"/>
            <a:ext cx="2471420" cy="1002190"/>
            <a:chOff x="7503606" y="1350046"/>
            <a:chExt cx="2471420" cy="1002190"/>
          </a:xfrm>
        </p:grpSpPr>
        <p:pic>
          <p:nvPicPr>
            <p:cNvPr id="25" name="图形 11"/>
            <p:cNvPicPr>
              <a:picLocks noChangeAspect="1"/>
            </p:cNvPicPr>
            <p:nvPr/>
          </p:nvPicPr>
          <p:blipFill>
            <a:blip r:embed="rId15"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>
              <a:off x="8262435" y="1350046"/>
              <a:ext cx="720000" cy="720000"/>
            </a:xfrm>
            <a:prstGeom prst="rect">
              <a:avLst/>
            </a:prstGeom>
          </p:spPr>
        </p:pic>
        <p:sp>
          <p:nvSpPr>
            <p:cNvPr id="64" name="文本框 63">
              <a:extLst>
                <a:ext uri="{FF2B5EF4-FFF2-40B4-BE49-F238E27FC236}">
                  <a16:creationId xmlns:a16="http://schemas.microsoft.com/office/drawing/2014/main" id="{3907E2C6-18F4-4350-8443-C4E84657C15A}"/>
                </a:ext>
              </a:extLst>
            </p:cNvPr>
            <p:cNvSpPr txBox="1"/>
            <p:nvPr/>
          </p:nvSpPr>
          <p:spPr>
            <a:xfrm>
              <a:off x="7503606" y="1979491"/>
              <a:ext cx="2471420" cy="372745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pPr algn="ctr"/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Payment Application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矩形 37"/>
          <p:cNvSpPr/>
          <p:nvPr/>
        </p:nvSpPr>
        <p:spPr>
          <a:xfrm>
            <a:off x="1624965" y="3774440"/>
            <a:ext cx="7439025" cy="1589405"/>
          </a:xfrm>
          <a:prstGeom prst="rect">
            <a:avLst/>
          </a:prstGeom>
          <a:solidFill>
            <a:srgbClr val="EAEAEA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21" name="矩形 20"/>
          <p:cNvSpPr/>
          <p:nvPr/>
        </p:nvSpPr>
        <p:spPr>
          <a:xfrm>
            <a:off x="1617980" y="1366520"/>
            <a:ext cx="7439025" cy="213169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20" name="任意多边形 19"/>
          <p:cNvSpPr/>
          <p:nvPr/>
        </p:nvSpPr>
        <p:spPr>
          <a:xfrm>
            <a:off x="5167630" y="2712085"/>
            <a:ext cx="297327" cy="1379220"/>
          </a:xfrm>
          <a:custGeom>
            <a:avLst/>
            <a:gdLst>
              <a:gd name="connsiteX0" fmla="*/ 204 w 468"/>
              <a:gd name="connsiteY0" fmla="*/ 0 h 2172"/>
              <a:gd name="connsiteX1" fmla="*/ 462 w 468"/>
              <a:gd name="connsiteY1" fmla="*/ 566 h 2172"/>
              <a:gd name="connsiteX2" fmla="*/ 0 w 468"/>
              <a:gd name="connsiteY2" fmla="*/ 2172 h 21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68" h="2172">
                <a:moveTo>
                  <a:pt x="204" y="0"/>
                </a:moveTo>
                <a:cubicBezTo>
                  <a:pt x="312" y="95"/>
                  <a:pt x="397" y="296"/>
                  <a:pt x="462" y="566"/>
                </a:cubicBezTo>
                <a:cubicBezTo>
                  <a:pt x="528" y="837"/>
                  <a:pt x="49" y="2023"/>
                  <a:pt x="0" y="2172"/>
                </a:cubicBezTo>
              </a:path>
            </a:pathLst>
          </a:custGeom>
          <a:noFill/>
          <a:ln w="38100">
            <a:solidFill>
              <a:srgbClr val="C00000"/>
            </a:solidFill>
            <a:prstDash val="dash"/>
            <a:tailEnd type="triangle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charset="0"/>
              <a:cs typeface="Times New Roman" panose="02020603050405020304" charset="0"/>
            </a:endParaRPr>
          </a:p>
        </p:txBody>
      </p:sp>
      <p:grpSp>
        <p:nvGrpSpPr>
          <p:cNvPr id="63" name="组合 62"/>
          <p:cNvGrpSpPr>
            <a:grpSpLocks noChangeAspect="1"/>
          </p:cNvGrpSpPr>
          <p:nvPr/>
        </p:nvGrpSpPr>
        <p:grpSpPr>
          <a:xfrm>
            <a:off x="2790190" y="1517015"/>
            <a:ext cx="475615" cy="470535"/>
            <a:chOff x="4445000" y="739632"/>
            <a:chExt cx="375710" cy="371203"/>
          </a:xfrm>
          <a:solidFill>
            <a:srgbClr val="4A5F7E"/>
          </a:solidFill>
        </p:grpSpPr>
        <p:sp>
          <p:nvSpPr>
            <p:cNvPr id="64" name="矩形: 圆角 63"/>
            <p:cNvSpPr/>
            <p:nvPr/>
          </p:nvSpPr>
          <p:spPr>
            <a:xfrm>
              <a:off x="4445000" y="740833"/>
              <a:ext cx="156634" cy="156634"/>
            </a:xfrm>
            <a:prstGeom prst="roundRect">
              <a:avLst/>
            </a:prstGeom>
            <a:grpFill/>
            <a:ln w="38100">
              <a:solidFill>
                <a:srgbClr val="4A5F7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sp>
          <p:nvSpPr>
            <p:cNvPr id="65" name="矩形: 圆角 64"/>
            <p:cNvSpPr/>
            <p:nvPr/>
          </p:nvSpPr>
          <p:spPr>
            <a:xfrm>
              <a:off x="4445000" y="954201"/>
              <a:ext cx="156634" cy="156634"/>
            </a:xfrm>
            <a:prstGeom prst="roundRect">
              <a:avLst/>
            </a:prstGeom>
            <a:grpFill/>
            <a:ln w="38100">
              <a:solidFill>
                <a:srgbClr val="4A5F7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sp>
          <p:nvSpPr>
            <p:cNvPr id="66" name="矩形: 圆角 65"/>
            <p:cNvSpPr/>
            <p:nvPr/>
          </p:nvSpPr>
          <p:spPr>
            <a:xfrm rot="1800000">
              <a:off x="4672028" y="739632"/>
              <a:ext cx="145198" cy="138592"/>
            </a:xfrm>
            <a:prstGeom prst="roundRect">
              <a:avLst/>
            </a:prstGeom>
            <a:noFill/>
            <a:ln w="57150">
              <a:solidFill>
                <a:srgbClr val="4A5F7E"/>
              </a:solidFill>
            </a:ln>
            <a:extLst>
              <a:ext uri="{909E8E84-426E-40DD-AFC4-6F175D3DCCD1}">
                <a14:hiddenFill xmlns:a14="http://schemas.microsoft.com/office/drawing/2010/main">
                  <a:grpFill/>
                </a14:hiddenFill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sp>
          <p:nvSpPr>
            <p:cNvPr id="67" name="矩形: 圆角 66"/>
            <p:cNvSpPr/>
            <p:nvPr/>
          </p:nvSpPr>
          <p:spPr>
            <a:xfrm>
              <a:off x="4664075" y="954201"/>
              <a:ext cx="156635" cy="156634"/>
            </a:xfrm>
            <a:prstGeom prst="roundRect">
              <a:avLst/>
            </a:prstGeom>
            <a:grpFill/>
            <a:ln w="38100">
              <a:solidFill>
                <a:srgbClr val="4A5F7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</p:grpSp>
      <p:sp>
        <p:nvSpPr>
          <p:cNvPr id="17" name="文本框 16"/>
          <p:cNvSpPr txBox="1"/>
          <p:nvPr/>
        </p:nvSpPr>
        <p:spPr>
          <a:xfrm>
            <a:off x="1797685" y="1998980"/>
            <a:ext cx="2471420" cy="38036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</a:rPr>
              <a:t>Merchant Application</a:t>
            </a:r>
          </a:p>
        </p:txBody>
      </p:sp>
      <p:pic>
        <p:nvPicPr>
          <p:cNvPr id="33" name="图形 1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027485" y="1413546"/>
            <a:ext cx="720000" cy="720000"/>
          </a:xfrm>
          <a:prstGeom prst="rect">
            <a:avLst/>
          </a:prstGeom>
        </p:spPr>
      </p:pic>
      <p:sp>
        <p:nvSpPr>
          <p:cNvPr id="4" name="文本框 3"/>
          <p:cNvSpPr txBox="1"/>
          <p:nvPr/>
        </p:nvSpPr>
        <p:spPr>
          <a:xfrm>
            <a:off x="7147560" y="1993265"/>
            <a:ext cx="2471420" cy="38036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</a:rPr>
              <a:t>Payment Application</a:t>
            </a:r>
          </a:p>
        </p:txBody>
      </p:sp>
      <p:sp>
        <p:nvSpPr>
          <p:cNvPr id="5" name="矩形 4"/>
          <p:cNvSpPr/>
          <p:nvPr/>
        </p:nvSpPr>
        <p:spPr>
          <a:xfrm>
            <a:off x="2943225" y="2381250"/>
            <a:ext cx="179705" cy="862330"/>
          </a:xfrm>
          <a:prstGeom prst="rect">
            <a:avLst/>
          </a:prstGeom>
          <a:solidFill>
            <a:srgbClr val="4A5F7E"/>
          </a:solidFill>
          <a:ln>
            <a:solidFill>
              <a:srgbClr val="4A5F7E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8298815" y="2381250"/>
            <a:ext cx="180000" cy="8640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0" name="矩形 9"/>
          <p:cNvSpPr/>
          <p:nvPr/>
        </p:nvSpPr>
        <p:spPr>
          <a:xfrm>
            <a:off x="5624195" y="3891600"/>
            <a:ext cx="179705" cy="1210310"/>
          </a:xfrm>
          <a:prstGeom prst="rect">
            <a:avLst/>
          </a:prstGeom>
          <a:solidFill>
            <a:srgbClr val="AC1F18"/>
          </a:solidFill>
          <a:ln>
            <a:solidFill>
              <a:srgbClr val="AC1F18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4470400" y="2016125"/>
            <a:ext cx="2471420" cy="25082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</a:rPr>
              <a:t>Malicious Application </a:t>
            </a:r>
          </a:p>
        </p:txBody>
      </p:sp>
      <p:cxnSp>
        <p:nvCxnSpPr>
          <p:cNvPr id="12" name="直接箭头连接符 11"/>
          <p:cNvCxnSpPr/>
          <p:nvPr/>
        </p:nvCxnSpPr>
        <p:spPr>
          <a:xfrm>
            <a:off x="3207385" y="2684780"/>
            <a:ext cx="2494800" cy="0"/>
          </a:xfrm>
          <a:prstGeom prst="straightConnector1">
            <a:avLst/>
          </a:prstGeom>
          <a:ln w="38100">
            <a:solidFill>
              <a:schemeClr val="tx1"/>
            </a:solidFill>
            <a:tailEnd type="non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3" name="文本框 12"/>
          <p:cNvSpPr txBox="1"/>
          <p:nvPr/>
        </p:nvSpPr>
        <p:spPr>
          <a:xfrm>
            <a:off x="3172225" y="2642870"/>
            <a:ext cx="476250" cy="32385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S1</a:t>
            </a:r>
          </a:p>
        </p:txBody>
      </p:sp>
      <p:sp>
        <p:nvSpPr>
          <p:cNvPr id="14" name="文本框 13"/>
          <p:cNvSpPr txBox="1"/>
          <p:nvPr/>
        </p:nvSpPr>
        <p:spPr>
          <a:xfrm>
            <a:off x="3801745" y="2388870"/>
            <a:ext cx="3841750" cy="2724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zh-CN" sz="1400" b="1">
                <a:solidFill>
                  <a:srgbClr val="0070C0"/>
                </a:solidFill>
                <a:latin typeface="Times New Roman" panose="02020603050405020304" charset="0"/>
                <a:cs typeface="Times New Roman" panose="02020603050405020304" charset="0"/>
              </a:rPr>
              <a:t>……</a:t>
            </a:r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</a:rPr>
              <a:t>amount=</a:t>
            </a:r>
            <a:r>
              <a:rPr lang="en-US" altLang="zh-CN" sz="1200">
                <a:solidFill>
                  <a:srgbClr val="0070C0"/>
                </a:solidFill>
                <a:latin typeface="Times New Roman" panose="02020603050405020304" charset="0"/>
                <a:cs typeface="Times New Roman" panose="02020603050405020304" charset="0"/>
              </a:rPr>
              <a:t>xxxx</a:t>
            </a:r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</a:rPr>
              <a:t>&amp;description=</a:t>
            </a:r>
            <a:r>
              <a:rPr lang="en-US" altLang="zh-CN" sz="1200">
                <a:solidFill>
                  <a:srgbClr val="0070C0"/>
                </a:solidFill>
                <a:latin typeface="Times New Roman" panose="02020603050405020304" charset="0"/>
                <a:cs typeface="Times New Roman" panose="02020603050405020304" charset="0"/>
              </a:rPr>
              <a:t>xxxx</a:t>
            </a:r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</a:rPr>
              <a:t>&amp;subject=</a:t>
            </a:r>
            <a:r>
              <a:rPr lang="en-US" altLang="zh-CN" sz="1200">
                <a:solidFill>
                  <a:srgbClr val="0070C0"/>
                </a:solidFill>
                <a:latin typeface="Times New Roman" panose="02020603050405020304" charset="0"/>
                <a:cs typeface="Times New Roman" panose="02020603050405020304" charset="0"/>
              </a:rPr>
              <a:t>xxxx</a:t>
            </a:r>
            <a:endParaRPr lang="en-US" altLang="zh-CN" sz="1200">
              <a:latin typeface="Times New Roman" panose="02020603050405020304" charset="0"/>
              <a:cs typeface="Times New Roman" panose="02020603050405020304" charset="0"/>
            </a:endParaRPr>
          </a:p>
        </p:txBody>
      </p:sp>
      <p:cxnSp>
        <p:nvCxnSpPr>
          <p:cNvPr id="15" name="直接箭头连接符 14"/>
          <p:cNvCxnSpPr/>
          <p:nvPr/>
        </p:nvCxnSpPr>
        <p:spPr>
          <a:xfrm>
            <a:off x="3194050" y="4118610"/>
            <a:ext cx="2306955" cy="0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non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6" name="直接箭头连接符 25"/>
          <p:cNvCxnSpPr/>
          <p:nvPr/>
        </p:nvCxnSpPr>
        <p:spPr>
          <a:xfrm flipV="1">
            <a:off x="3202940" y="4447540"/>
            <a:ext cx="2307600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8" name="文本框 27"/>
          <p:cNvSpPr txBox="1"/>
          <p:nvPr/>
        </p:nvSpPr>
        <p:spPr>
          <a:xfrm>
            <a:off x="5500370" y="3141345"/>
            <a:ext cx="48069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S2</a:t>
            </a:r>
          </a:p>
        </p:txBody>
      </p:sp>
      <p:sp>
        <p:nvSpPr>
          <p:cNvPr id="29" name="文本框 28"/>
          <p:cNvSpPr txBox="1"/>
          <p:nvPr/>
        </p:nvSpPr>
        <p:spPr>
          <a:xfrm>
            <a:off x="3171190" y="3775075"/>
            <a:ext cx="475200" cy="324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S3</a:t>
            </a:r>
          </a:p>
        </p:txBody>
      </p:sp>
      <p:sp>
        <p:nvSpPr>
          <p:cNvPr id="2" name="文本框 1"/>
          <p:cNvSpPr txBox="1"/>
          <p:nvPr/>
        </p:nvSpPr>
        <p:spPr>
          <a:xfrm>
            <a:off x="3190240" y="2687955"/>
            <a:ext cx="2383155" cy="2724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zh-CN" sz="1400" b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Send payment request</a:t>
            </a:r>
          </a:p>
        </p:txBody>
      </p:sp>
      <p:sp>
        <p:nvSpPr>
          <p:cNvPr id="7" name="文本框 6"/>
          <p:cNvSpPr txBox="1"/>
          <p:nvPr/>
        </p:nvSpPr>
        <p:spPr>
          <a:xfrm>
            <a:off x="3328035" y="3835400"/>
            <a:ext cx="1804035" cy="26924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zh-CN" sz="1400" b="1">
                <a:latin typeface="Times New Roman" panose="02020603050405020304" charset="0"/>
                <a:cs typeface="Times New Roman" panose="02020603050405020304" charset="0"/>
              </a:rPr>
              <a:t>Order parameters</a:t>
            </a:r>
          </a:p>
        </p:txBody>
      </p:sp>
      <p:cxnSp>
        <p:nvCxnSpPr>
          <p:cNvPr id="16" name="直接箭头连接符 15"/>
          <p:cNvCxnSpPr/>
          <p:nvPr/>
        </p:nvCxnSpPr>
        <p:spPr>
          <a:xfrm flipV="1">
            <a:off x="5895975" y="4704080"/>
            <a:ext cx="2307600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8" name="文本框 17"/>
          <p:cNvSpPr txBox="1"/>
          <p:nvPr/>
        </p:nvSpPr>
        <p:spPr>
          <a:xfrm>
            <a:off x="5927725" y="4380230"/>
            <a:ext cx="475200" cy="324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S4</a:t>
            </a:r>
          </a:p>
        </p:txBody>
      </p:sp>
      <p:sp>
        <p:nvSpPr>
          <p:cNvPr id="19" name="文本框 18"/>
          <p:cNvSpPr txBox="1"/>
          <p:nvPr/>
        </p:nvSpPr>
        <p:spPr>
          <a:xfrm>
            <a:off x="5893435" y="4415790"/>
            <a:ext cx="2203450" cy="26924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zh-CN" sz="1400" b="1">
                <a:latin typeface="Times New Roman" panose="02020603050405020304" charset="0"/>
                <a:cs typeface="Times New Roman" panose="02020603050405020304" charset="0"/>
              </a:rPr>
              <a:t>Tampered request</a:t>
            </a:r>
          </a:p>
        </p:txBody>
      </p:sp>
      <p:grpSp>
        <p:nvGrpSpPr>
          <p:cNvPr id="3" name="组合 2"/>
          <p:cNvGrpSpPr>
            <a:grpSpLocks noChangeAspect="1"/>
          </p:cNvGrpSpPr>
          <p:nvPr/>
        </p:nvGrpSpPr>
        <p:grpSpPr>
          <a:xfrm>
            <a:off x="5476240" y="1515600"/>
            <a:ext cx="475615" cy="470535"/>
            <a:chOff x="4445000" y="739632"/>
            <a:chExt cx="375710" cy="371203"/>
          </a:xfrm>
          <a:solidFill>
            <a:srgbClr val="AC1F18"/>
          </a:solidFill>
        </p:grpSpPr>
        <p:sp>
          <p:nvSpPr>
            <p:cNvPr id="8" name="矩形: 圆角 63"/>
            <p:cNvSpPr/>
            <p:nvPr/>
          </p:nvSpPr>
          <p:spPr>
            <a:xfrm>
              <a:off x="4445000" y="740833"/>
              <a:ext cx="156634" cy="156634"/>
            </a:xfrm>
            <a:prstGeom prst="roundRect">
              <a:avLst/>
            </a:prstGeom>
            <a:grpFill/>
            <a:ln w="38100">
              <a:solidFill>
                <a:srgbClr val="AC1F1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sp>
          <p:nvSpPr>
            <p:cNvPr id="22" name="矩形: 圆角 64"/>
            <p:cNvSpPr/>
            <p:nvPr/>
          </p:nvSpPr>
          <p:spPr>
            <a:xfrm>
              <a:off x="4445000" y="954201"/>
              <a:ext cx="156634" cy="156634"/>
            </a:xfrm>
            <a:prstGeom prst="roundRect">
              <a:avLst/>
            </a:prstGeom>
            <a:grpFill/>
            <a:ln w="38100">
              <a:solidFill>
                <a:srgbClr val="AC1F1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sp>
          <p:nvSpPr>
            <p:cNvPr id="23" name="矩形: 圆角 65"/>
            <p:cNvSpPr/>
            <p:nvPr/>
          </p:nvSpPr>
          <p:spPr>
            <a:xfrm rot="1800000">
              <a:off x="4672028" y="739632"/>
              <a:ext cx="145198" cy="138592"/>
            </a:xfrm>
            <a:prstGeom prst="roundRect">
              <a:avLst/>
            </a:prstGeom>
            <a:noFill/>
            <a:ln w="57150">
              <a:solidFill>
                <a:srgbClr val="AC1F18"/>
              </a:solidFill>
            </a:ln>
            <a:extLst>
              <a:ext uri="{909E8E84-426E-40DD-AFC4-6F175D3DCCD1}">
                <a14:hiddenFill xmlns:a14="http://schemas.microsoft.com/office/drawing/2010/main">
                  <a:grpFill/>
                </a14:hiddenFill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sp>
          <p:nvSpPr>
            <p:cNvPr id="24" name="矩形: 圆角 66"/>
            <p:cNvSpPr/>
            <p:nvPr/>
          </p:nvSpPr>
          <p:spPr>
            <a:xfrm>
              <a:off x="4664075" y="954201"/>
              <a:ext cx="156635" cy="156634"/>
            </a:xfrm>
            <a:prstGeom prst="roundRect">
              <a:avLst/>
            </a:prstGeom>
            <a:grpFill/>
            <a:ln w="38100">
              <a:solidFill>
                <a:srgbClr val="AC1F1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</p:grpSp>
      <p:pic>
        <p:nvPicPr>
          <p:cNvPr id="27" name="图片 26" descr="恶魔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946775" y="1723390"/>
            <a:ext cx="318135" cy="318135"/>
          </a:xfrm>
          <a:prstGeom prst="rect">
            <a:avLst/>
          </a:prstGeom>
        </p:spPr>
      </p:pic>
      <p:sp>
        <p:nvSpPr>
          <p:cNvPr id="31" name="文本框 30"/>
          <p:cNvSpPr txBox="1"/>
          <p:nvPr/>
        </p:nvSpPr>
        <p:spPr>
          <a:xfrm>
            <a:off x="5784850" y="3181985"/>
            <a:ext cx="1430655" cy="2724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zh-CN" sz="1400" b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Hijack Request</a:t>
            </a:r>
          </a:p>
        </p:txBody>
      </p:sp>
      <p:sp>
        <p:nvSpPr>
          <p:cNvPr id="34" name="文本框 33"/>
          <p:cNvSpPr txBox="1"/>
          <p:nvPr/>
        </p:nvSpPr>
        <p:spPr>
          <a:xfrm>
            <a:off x="3202940" y="4458335"/>
            <a:ext cx="2298065" cy="2724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zh-CN" sz="1200" b="1">
                <a:solidFill>
                  <a:srgbClr val="FAA09C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……</a:t>
            </a:r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</a:rPr>
              <a:t>amount=</a:t>
            </a:r>
            <a:r>
              <a:rPr lang="en-US" altLang="zh-CN" sz="1200">
                <a:solidFill>
                  <a:srgbClr val="0070C0"/>
                </a:solidFill>
                <a:latin typeface="Times New Roman" panose="02020603050405020304" charset="0"/>
                <a:cs typeface="Times New Roman" panose="02020603050405020304" charset="0"/>
              </a:rPr>
              <a:t>xxxx</a:t>
            </a:r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</a:rPr>
              <a:t>&amp;description=</a:t>
            </a:r>
            <a:r>
              <a:rPr lang="en-US" altLang="zh-CN" sz="1200">
                <a:solidFill>
                  <a:srgbClr val="0070C0"/>
                </a:solidFill>
                <a:latin typeface="Times New Roman" panose="02020603050405020304" charset="0"/>
                <a:cs typeface="Times New Roman" panose="02020603050405020304" charset="0"/>
              </a:rPr>
              <a:t>xxxx</a:t>
            </a:r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</a:rPr>
              <a:t>&amp;subject=</a:t>
            </a:r>
            <a:r>
              <a:rPr lang="en-US" altLang="zh-CN" sz="1200">
                <a:solidFill>
                  <a:srgbClr val="0070C0"/>
                </a:solidFill>
                <a:latin typeface="Times New Roman" panose="02020603050405020304" charset="0"/>
                <a:cs typeface="Times New Roman" panose="02020603050405020304" charset="0"/>
              </a:rPr>
              <a:t>xxxx</a:t>
            </a:r>
            <a:endParaRPr lang="en-US" altLang="zh-CN" sz="1200">
              <a:latin typeface="Times New Roman" panose="02020603050405020304" charset="0"/>
              <a:cs typeface="Times New Roman" panose="02020603050405020304" charset="0"/>
            </a:endParaRPr>
          </a:p>
        </p:txBody>
      </p:sp>
      <p:cxnSp>
        <p:nvCxnSpPr>
          <p:cNvPr id="35" name="直接箭头连接符 34"/>
          <p:cNvCxnSpPr/>
          <p:nvPr/>
        </p:nvCxnSpPr>
        <p:spPr>
          <a:xfrm>
            <a:off x="5563235" y="2684780"/>
            <a:ext cx="2646000" cy="0"/>
          </a:xfrm>
          <a:prstGeom prst="straightConnector1">
            <a:avLst/>
          </a:prstGeom>
          <a:ln w="38100">
            <a:solidFill>
              <a:schemeClr val="tx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pic>
        <p:nvPicPr>
          <p:cNvPr id="9" name="图片 8" descr="错误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771130" y="2555240"/>
            <a:ext cx="259715" cy="259715"/>
          </a:xfrm>
          <a:prstGeom prst="rect">
            <a:avLst/>
          </a:prstGeom>
        </p:spPr>
      </p:pic>
      <p:sp>
        <p:nvSpPr>
          <p:cNvPr id="36" name="矩形 35"/>
          <p:cNvSpPr/>
          <p:nvPr/>
        </p:nvSpPr>
        <p:spPr>
          <a:xfrm>
            <a:off x="1431290" y="1196340"/>
            <a:ext cx="1211580" cy="539115"/>
          </a:xfrm>
          <a:prstGeom prst="rect">
            <a:avLst/>
          </a:prstGeom>
          <a:solidFill>
            <a:srgbClr val="EAEAEA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Victim’s device</a:t>
            </a:r>
          </a:p>
        </p:txBody>
      </p:sp>
      <p:sp>
        <p:nvSpPr>
          <p:cNvPr id="37" name="矩形 36"/>
          <p:cNvSpPr/>
          <p:nvPr/>
        </p:nvSpPr>
        <p:spPr>
          <a:xfrm>
            <a:off x="2943225" y="3891915"/>
            <a:ext cx="179705" cy="1209600"/>
          </a:xfrm>
          <a:prstGeom prst="rect">
            <a:avLst/>
          </a:prstGeom>
          <a:solidFill>
            <a:srgbClr val="4A5F7E"/>
          </a:solidFill>
          <a:ln>
            <a:solidFill>
              <a:srgbClr val="4A5F7E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39" name="矩形 38"/>
          <p:cNvSpPr/>
          <p:nvPr/>
        </p:nvSpPr>
        <p:spPr>
          <a:xfrm>
            <a:off x="1624965" y="3774440"/>
            <a:ext cx="1211580" cy="539115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Attacker’s device</a:t>
            </a:r>
          </a:p>
        </p:txBody>
      </p:sp>
      <p:sp>
        <p:nvSpPr>
          <p:cNvPr id="40" name="矩形 39"/>
          <p:cNvSpPr/>
          <p:nvPr/>
        </p:nvSpPr>
        <p:spPr>
          <a:xfrm>
            <a:off x="8298000" y="3891915"/>
            <a:ext cx="180000" cy="12096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charset="0"/>
              <a:cs typeface="Times New Roman" panose="02020603050405020304" charset="0"/>
            </a:endParaRPr>
          </a:p>
        </p:txBody>
      </p:sp>
      <p:pic>
        <p:nvPicPr>
          <p:cNvPr id="42" name="图片 41" descr="对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756525" y="4458335"/>
            <a:ext cx="353060" cy="3530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组合 6"/>
          <p:cNvGrpSpPr/>
          <p:nvPr/>
        </p:nvGrpSpPr>
        <p:grpSpPr>
          <a:xfrm>
            <a:off x="3488174" y="1342379"/>
            <a:ext cx="5436304" cy="3890645"/>
            <a:chOff x="3958074" y="1164579"/>
            <a:chExt cx="5436304" cy="3890645"/>
          </a:xfrm>
        </p:grpSpPr>
        <p:grpSp>
          <p:nvGrpSpPr>
            <p:cNvPr id="5" name="组合 4"/>
            <p:cNvGrpSpPr/>
            <p:nvPr/>
          </p:nvGrpSpPr>
          <p:grpSpPr>
            <a:xfrm>
              <a:off x="3958074" y="1164579"/>
              <a:ext cx="2320902" cy="3890645"/>
              <a:chOff x="3407229" y="1164579"/>
              <a:chExt cx="2320902" cy="3890645"/>
            </a:xfrm>
          </p:grpSpPr>
          <p:grpSp>
            <p:nvGrpSpPr>
              <p:cNvPr id="4" name="组合 3"/>
              <p:cNvGrpSpPr/>
              <p:nvPr/>
            </p:nvGrpSpPr>
            <p:grpSpPr>
              <a:xfrm>
                <a:off x="3407229" y="1164579"/>
                <a:ext cx="1979295" cy="3890645"/>
                <a:chOff x="5209721" y="2071270"/>
                <a:chExt cx="1979295" cy="3890645"/>
              </a:xfrm>
            </p:grpSpPr>
            <p:pic>
              <p:nvPicPr>
                <p:cNvPr id="19" name="图片 18" descr="ef56901b-e67b-48c3-91cc-2ffb6efbef1e"/>
                <p:cNvPicPr>
                  <a:picLocks noChangeAspect="1"/>
                </p:cNvPicPr>
                <p:nvPr/>
              </p:nvPicPr>
              <p:blipFill rotWithShape="1">
                <a:blip r:embed="rId2"/>
                <a:srcRect l="30132" t="10719" r="30559" b="12022"/>
                <a:stretch>
                  <a:fillRect/>
                </a:stretch>
              </p:blipFill>
              <p:spPr>
                <a:xfrm>
                  <a:off x="5209721" y="2071270"/>
                  <a:ext cx="1979295" cy="3890645"/>
                </a:xfrm>
                <a:prstGeom prst="rect">
                  <a:avLst/>
                </a:prstGeom>
              </p:spPr>
            </p:pic>
            <p:pic>
              <p:nvPicPr>
                <p:cNvPr id="20" name="图片 19" descr="D:/实验研究/论文研究/支付协议/支付协议/支付模型ppt/2.jpg2"/>
                <p:cNvPicPr>
                  <a:picLocks noChangeAspect="1"/>
                </p:cNvPicPr>
                <p:nvPr/>
              </p:nvPicPr>
              <p:blipFill rotWithShape="1">
                <a:blip r:embed="rId3"/>
                <a:srcRect l="262" t="21" r="-17" b="31"/>
                <a:stretch>
                  <a:fillRect/>
                </a:stretch>
              </p:blipFill>
              <p:spPr>
                <a:xfrm>
                  <a:off x="5347408" y="2193608"/>
                  <a:ext cx="1714849" cy="3622830"/>
                </a:xfrm>
                <a:custGeom>
                  <a:avLst/>
                  <a:gdLst>
                    <a:gd name="connsiteX0" fmla="*/ 853548 w 1714849"/>
                    <a:gd name="connsiteY0" fmla="*/ 61524 h 3622830"/>
                    <a:gd name="connsiteX1" fmla="*/ 811479 w 1714849"/>
                    <a:gd name="connsiteY1" fmla="*/ 103593 h 3622830"/>
                    <a:gd name="connsiteX2" fmla="*/ 853548 w 1714849"/>
                    <a:gd name="connsiteY2" fmla="*/ 145662 h 3622830"/>
                    <a:gd name="connsiteX3" fmla="*/ 895617 w 1714849"/>
                    <a:gd name="connsiteY3" fmla="*/ 103593 h 3622830"/>
                    <a:gd name="connsiteX4" fmla="*/ 853548 w 1714849"/>
                    <a:gd name="connsiteY4" fmla="*/ 61524 h 3622830"/>
                    <a:gd name="connsiteX5" fmla="*/ 149912 w 1714849"/>
                    <a:gd name="connsiteY5" fmla="*/ 0 h 3622830"/>
                    <a:gd name="connsiteX6" fmla="*/ 1564937 w 1714849"/>
                    <a:gd name="connsiteY6" fmla="*/ 0 h 3622830"/>
                    <a:gd name="connsiteX7" fmla="*/ 1714849 w 1714849"/>
                    <a:gd name="connsiteY7" fmla="*/ 149912 h 3622830"/>
                    <a:gd name="connsiteX8" fmla="*/ 1714849 w 1714849"/>
                    <a:gd name="connsiteY8" fmla="*/ 3472918 h 3622830"/>
                    <a:gd name="connsiteX9" fmla="*/ 1564937 w 1714849"/>
                    <a:gd name="connsiteY9" fmla="*/ 3622830 h 3622830"/>
                    <a:gd name="connsiteX10" fmla="*/ 149912 w 1714849"/>
                    <a:gd name="connsiteY10" fmla="*/ 3622830 h 3622830"/>
                    <a:gd name="connsiteX11" fmla="*/ 0 w 1714849"/>
                    <a:gd name="connsiteY11" fmla="*/ 3472918 h 3622830"/>
                    <a:gd name="connsiteX12" fmla="*/ 0 w 1714849"/>
                    <a:gd name="connsiteY12" fmla="*/ 149912 h 3622830"/>
                    <a:gd name="connsiteX13" fmla="*/ 149912 w 1714849"/>
                    <a:gd name="connsiteY13" fmla="*/ 0 h 362283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1714849" h="3622830">
                      <a:moveTo>
                        <a:pt x="853548" y="61524"/>
                      </a:moveTo>
                      <a:cubicBezTo>
                        <a:pt x="830314" y="61524"/>
                        <a:pt x="811479" y="80359"/>
                        <a:pt x="811479" y="103593"/>
                      </a:cubicBezTo>
                      <a:cubicBezTo>
                        <a:pt x="811479" y="126827"/>
                        <a:pt x="830314" y="145662"/>
                        <a:pt x="853548" y="145662"/>
                      </a:cubicBezTo>
                      <a:cubicBezTo>
                        <a:pt x="876782" y="145662"/>
                        <a:pt x="895617" y="126827"/>
                        <a:pt x="895617" y="103593"/>
                      </a:cubicBezTo>
                      <a:cubicBezTo>
                        <a:pt x="895617" y="80359"/>
                        <a:pt x="876782" y="61524"/>
                        <a:pt x="853548" y="61524"/>
                      </a:cubicBezTo>
                      <a:close/>
                      <a:moveTo>
                        <a:pt x="149912" y="0"/>
                      </a:moveTo>
                      <a:lnTo>
                        <a:pt x="1564937" y="0"/>
                      </a:lnTo>
                      <a:cubicBezTo>
                        <a:pt x="1647731" y="0"/>
                        <a:pt x="1714849" y="67118"/>
                        <a:pt x="1714849" y="149912"/>
                      </a:cubicBezTo>
                      <a:lnTo>
                        <a:pt x="1714849" y="3472918"/>
                      </a:lnTo>
                      <a:cubicBezTo>
                        <a:pt x="1714849" y="3555712"/>
                        <a:pt x="1647731" y="3622830"/>
                        <a:pt x="1564937" y="3622830"/>
                      </a:cubicBezTo>
                      <a:lnTo>
                        <a:pt x="149912" y="3622830"/>
                      </a:lnTo>
                      <a:cubicBezTo>
                        <a:pt x="67118" y="3622830"/>
                        <a:pt x="0" y="3555712"/>
                        <a:pt x="0" y="3472918"/>
                      </a:cubicBezTo>
                      <a:lnTo>
                        <a:pt x="0" y="149912"/>
                      </a:lnTo>
                      <a:cubicBezTo>
                        <a:pt x="0" y="67118"/>
                        <a:pt x="67118" y="0"/>
                        <a:pt x="149912" y="0"/>
                      </a:cubicBezTo>
                      <a:close/>
                    </a:path>
                  </a:pathLst>
                </a:custGeom>
              </p:spPr>
            </p:pic>
          </p:grpSp>
          <p:pic>
            <p:nvPicPr>
              <p:cNvPr id="2" name="图片 1" descr="D:/实验研究/论文研究/支付协议/支付协议/支付模型ppt/序号1-01.svg序号1-01"/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rcRect t="23" b="23"/>
              <a:stretch>
                <a:fillRect/>
              </a:stretch>
            </p:blipFill>
            <p:spPr>
              <a:xfrm>
                <a:off x="5483701" y="1418355"/>
                <a:ext cx="244430" cy="244430"/>
              </a:xfrm>
              <a:prstGeom prst="rect">
                <a:avLst/>
              </a:prstGeom>
            </p:spPr>
          </p:pic>
        </p:grpSp>
        <p:grpSp>
          <p:nvGrpSpPr>
            <p:cNvPr id="6" name="组合 5"/>
            <p:cNvGrpSpPr/>
            <p:nvPr/>
          </p:nvGrpSpPr>
          <p:grpSpPr>
            <a:xfrm>
              <a:off x="7073476" y="1164579"/>
              <a:ext cx="2320902" cy="3890645"/>
              <a:chOff x="7073476" y="1164579"/>
              <a:chExt cx="2320902" cy="3890645"/>
            </a:xfrm>
          </p:grpSpPr>
          <p:grpSp>
            <p:nvGrpSpPr>
              <p:cNvPr id="3" name="组合 2"/>
              <p:cNvGrpSpPr/>
              <p:nvPr/>
            </p:nvGrpSpPr>
            <p:grpSpPr>
              <a:xfrm>
                <a:off x="7073476" y="1164579"/>
                <a:ext cx="1979295" cy="3890645"/>
                <a:chOff x="6484937" y="882650"/>
                <a:chExt cx="1979295" cy="3890645"/>
              </a:xfrm>
            </p:grpSpPr>
            <p:pic>
              <p:nvPicPr>
                <p:cNvPr id="8" name="图片 7" descr="ef56901b-e67b-48c3-91cc-2ffb6efbef1e"/>
                <p:cNvPicPr>
                  <a:picLocks noChangeAspect="1"/>
                </p:cNvPicPr>
                <p:nvPr/>
              </p:nvPicPr>
              <p:blipFill rotWithShape="1">
                <a:blip r:embed="rId2"/>
                <a:srcRect l="30132" t="10719" r="30559" b="12022"/>
                <a:stretch>
                  <a:fillRect/>
                </a:stretch>
              </p:blipFill>
              <p:spPr>
                <a:xfrm>
                  <a:off x="6484937" y="882650"/>
                  <a:ext cx="1979295" cy="3890645"/>
                </a:xfrm>
                <a:prstGeom prst="rect">
                  <a:avLst/>
                </a:prstGeom>
              </p:spPr>
            </p:pic>
            <p:pic>
              <p:nvPicPr>
                <p:cNvPr id="18" name="图片 17"/>
                <p:cNvPicPr>
                  <a:picLocks noChangeAspect="1"/>
                </p:cNvPicPr>
                <p:nvPr/>
              </p:nvPicPr>
              <p:blipFill rotWithShape="1">
                <a:blip r:embed="rId6"/>
                <a:srcRect l="117" t="-39" r="-220" b="-19"/>
                <a:stretch>
                  <a:fillRect/>
                </a:stretch>
              </p:blipFill>
              <p:spPr>
                <a:xfrm>
                  <a:off x="6621567" y="1004697"/>
                  <a:ext cx="1715983" cy="3618321"/>
                </a:xfrm>
                <a:custGeom>
                  <a:avLst/>
                  <a:gdLst>
                    <a:gd name="connsiteX0" fmla="*/ 854765 w 1715983"/>
                    <a:gd name="connsiteY0" fmla="*/ 62102 h 3652899"/>
                    <a:gd name="connsiteX1" fmla="*/ 812696 w 1715983"/>
                    <a:gd name="connsiteY1" fmla="*/ 104171 h 3652899"/>
                    <a:gd name="connsiteX2" fmla="*/ 854765 w 1715983"/>
                    <a:gd name="connsiteY2" fmla="*/ 146240 h 3652899"/>
                    <a:gd name="connsiteX3" fmla="*/ 896834 w 1715983"/>
                    <a:gd name="connsiteY3" fmla="*/ 104171 h 3652899"/>
                    <a:gd name="connsiteX4" fmla="*/ 854765 w 1715983"/>
                    <a:gd name="connsiteY4" fmla="*/ 62102 h 3652899"/>
                    <a:gd name="connsiteX5" fmla="*/ 142873 w 1715983"/>
                    <a:gd name="connsiteY5" fmla="*/ 0 h 3652899"/>
                    <a:gd name="connsiteX6" fmla="*/ 1573110 w 1715983"/>
                    <a:gd name="connsiteY6" fmla="*/ 0 h 3652899"/>
                    <a:gd name="connsiteX7" fmla="*/ 1715983 w 1715983"/>
                    <a:gd name="connsiteY7" fmla="*/ 142873 h 3652899"/>
                    <a:gd name="connsiteX8" fmla="*/ 1715983 w 1715983"/>
                    <a:gd name="connsiteY8" fmla="*/ 3510026 h 3652899"/>
                    <a:gd name="connsiteX9" fmla="*/ 1573110 w 1715983"/>
                    <a:gd name="connsiteY9" fmla="*/ 3652899 h 3652899"/>
                    <a:gd name="connsiteX10" fmla="*/ 142873 w 1715983"/>
                    <a:gd name="connsiteY10" fmla="*/ 3652899 h 3652899"/>
                    <a:gd name="connsiteX11" fmla="*/ 0 w 1715983"/>
                    <a:gd name="connsiteY11" fmla="*/ 3510026 h 3652899"/>
                    <a:gd name="connsiteX12" fmla="*/ 0 w 1715983"/>
                    <a:gd name="connsiteY12" fmla="*/ 142873 h 3652899"/>
                    <a:gd name="connsiteX13" fmla="*/ 142873 w 1715983"/>
                    <a:gd name="connsiteY13" fmla="*/ 0 h 365289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1715983" h="3652899">
                      <a:moveTo>
                        <a:pt x="854765" y="62102"/>
                      </a:moveTo>
                      <a:cubicBezTo>
                        <a:pt x="831531" y="62102"/>
                        <a:pt x="812696" y="80937"/>
                        <a:pt x="812696" y="104171"/>
                      </a:cubicBezTo>
                      <a:cubicBezTo>
                        <a:pt x="812696" y="127405"/>
                        <a:pt x="831531" y="146240"/>
                        <a:pt x="854765" y="146240"/>
                      </a:cubicBezTo>
                      <a:cubicBezTo>
                        <a:pt x="877999" y="146240"/>
                        <a:pt x="896834" y="127405"/>
                        <a:pt x="896834" y="104171"/>
                      </a:cubicBezTo>
                      <a:cubicBezTo>
                        <a:pt x="896834" y="80937"/>
                        <a:pt x="877999" y="62102"/>
                        <a:pt x="854765" y="62102"/>
                      </a:cubicBezTo>
                      <a:close/>
                      <a:moveTo>
                        <a:pt x="142873" y="0"/>
                      </a:moveTo>
                      <a:lnTo>
                        <a:pt x="1573110" y="0"/>
                      </a:lnTo>
                      <a:cubicBezTo>
                        <a:pt x="1652017" y="0"/>
                        <a:pt x="1715983" y="63966"/>
                        <a:pt x="1715983" y="142873"/>
                      </a:cubicBezTo>
                      <a:lnTo>
                        <a:pt x="1715983" y="3510026"/>
                      </a:lnTo>
                      <a:cubicBezTo>
                        <a:pt x="1715983" y="3588933"/>
                        <a:pt x="1652017" y="3652899"/>
                        <a:pt x="1573110" y="3652899"/>
                      </a:cubicBezTo>
                      <a:lnTo>
                        <a:pt x="142873" y="3652899"/>
                      </a:lnTo>
                      <a:cubicBezTo>
                        <a:pt x="63966" y="3652899"/>
                        <a:pt x="0" y="3588933"/>
                        <a:pt x="0" y="3510026"/>
                      </a:cubicBezTo>
                      <a:lnTo>
                        <a:pt x="0" y="142873"/>
                      </a:lnTo>
                      <a:cubicBezTo>
                        <a:pt x="0" y="63966"/>
                        <a:pt x="63966" y="0"/>
                        <a:pt x="142873" y="0"/>
                      </a:cubicBezTo>
                      <a:close/>
                    </a:path>
                  </a:pathLst>
                </a:custGeom>
              </p:spPr>
            </p:pic>
          </p:grpSp>
          <p:pic>
            <p:nvPicPr>
              <p:cNvPr id="11" name="图片 10" descr="D:/实验研究/论文研究/支付协议/支付协议/支付模型ppt/序号2-01.svg序号2-01"/>
              <p:cNvPicPr>
                <a:picLocks noChangeAspect="1"/>
              </p:cNvPicPr>
              <p:nvPr/>
            </p:nvPicPr>
            <p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rcRect t="23" b="23"/>
              <a:stretch>
                <a:fillRect/>
              </a:stretch>
            </p:blipFill>
            <p:spPr>
              <a:xfrm>
                <a:off x="9149948" y="1418355"/>
                <a:ext cx="244430" cy="244430"/>
              </a:xfrm>
              <a:prstGeom prst="rect">
                <a:avLst/>
              </a:prstGeom>
            </p:spPr>
          </p:pic>
        </p:grp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/>
          <p:cNvGrpSpPr/>
          <p:nvPr/>
        </p:nvGrpSpPr>
        <p:grpSpPr>
          <a:xfrm>
            <a:off x="3488174" y="1342379"/>
            <a:ext cx="1979295" cy="3890645"/>
            <a:chOff x="5209721" y="2071270"/>
            <a:chExt cx="1979295" cy="3890645"/>
          </a:xfrm>
        </p:grpSpPr>
        <p:pic>
          <p:nvPicPr>
            <p:cNvPr id="19" name="图片 18" descr="ef56901b-e67b-48c3-91cc-2ffb6efbef1e"/>
            <p:cNvPicPr>
              <a:picLocks noChangeAspect="1"/>
            </p:cNvPicPr>
            <p:nvPr/>
          </p:nvPicPr>
          <p:blipFill rotWithShape="1">
            <a:blip r:embed="rId2"/>
            <a:srcRect l="30132" t="10719" r="30559" b="12022"/>
            <a:stretch>
              <a:fillRect/>
            </a:stretch>
          </p:blipFill>
          <p:spPr>
            <a:xfrm>
              <a:off x="5209721" y="2071270"/>
              <a:ext cx="1979295" cy="3890645"/>
            </a:xfrm>
            <a:prstGeom prst="rect">
              <a:avLst/>
            </a:prstGeom>
          </p:spPr>
        </p:pic>
        <p:pic>
          <p:nvPicPr>
            <p:cNvPr id="20" name="图片 19"/>
            <p:cNvPicPr>
              <a:picLocks noChangeAspect="1"/>
            </p:cNvPicPr>
            <p:nvPr/>
          </p:nvPicPr>
          <p:blipFill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19" t="8" r="-319" b="4903"/>
            <a:stretch>
              <a:fillRect/>
            </a:stretch>
          </p:blipFill>
          <p:spPr>
            <a:xfrm>
              <a:off x="5347408" y="2193608"/>
              <a:ext cx="1714849" cy="3622830"/>
            </a:xfrm>
            <a:custGeom>
              <a:avLst/>
              <a:gdLst>
                <a:gd name="connsiteX0" fmla="*/ 853548 w 1714849"/>
                <a:gd name="connsiteY0" fmla="*/ 61524 h 3622830"/>
                <a:gd name="connsiteX1" fmla="*/ 811479 w 1714849"/>
                <a:gd name="connsiteY1" fmla="*/ 103593 h 3622830"/>
                <a:gd name="connsiteX2" fmla="*/ 853548 w 1714849"/>
                <a:gd name="connsiteY2" fmla="*/ 145662 h 3622830"/>
                <a:gd name="connsiteX3" fmla="*/ 895617 w 1714849"/>
                <a:gd name="connsiteY3" fmla="*/ 103593 h 3622830"/>
                <a:gd name="connsiteX4" fmla="*/ 853548 w 1714849"/>
                <a:gd name="connsiteY4" fmla="*/ 61524 h 3622830"/>
                <a:gd name="connsiteX5" fmla="*/ 149912 w 1714849"/>
                <a:gd name="connsiteY5" fmla="*/ 0 h 3622830"/>
                <a:gd name="connsiteX6" fmla="*/ 1564937 w 1714849"/>
                <a:gd name="connsiteY6" fmla="*/ 0 h 3622830"/>
                <a:gd name="connsiteX7" fmla="*/ 1714849 w 1714849"/>
                <a:gd name="connsiteY7" fmla="*/ 149912 h 3622830"/>
                <a:gd name="connsiteX8" fmla="*/ 1714849 w 1714849"/>
                <a:gd name="connsiteY8" fmla="*/ 3472918 h 3622830"/>
                <a:gd name="connsiteX9" fmla="*/ 1564937 w 1714849"/>
                <a:gd name="connsiteY9" fmla="*/ 3622830 h 3622830"/>
                <a:gd name="connsiteX10" fmla="*/ 149912 w 1714849"/>
                <a:gd name="connsiteY10" fmla="*/ 3622830 h 3622830"/>
                <a:gd name="connsiteX11" fmla="*/ 0 w 1714849"/>
                <a:gd name="connsiteY11" fmla="*/ 3472918 h 3622830"/>
                <a:gd name="connsiteX12" fmla="*/ 0 w 1714849"/>
                <a:gd name="connsiteY12" fmla="*/ 149912 h 3622830"/>
                <a:gd name="connsiteX13" fmla="*/ 149912 w 1714849"/>
                <a:gd name="connsiteY13" fmla="*/ 0 h 36228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14849" h="3622830">
                  <a:moveTo>
                    <a:pt x="853548" y="61524"/>
                  </a:moveTo>
                  <a:cubicBezTo>
                    <a:pt x="830314" y="61524"/>
                    <a:pt x="811479" y="80359"/>
                    <a:pt x="811479" y="103593"/>
                  </a:cubicBezTo>
                  <a:cubicBezTo>
                    <a:pt x="811479" y="126827"/>
                    <a:pt x="830314" y="145662"/>
                    <a:pt x="853548" y="145662"/>
                  </a:cubicBezTo>
                  <a:cubicBezTo>
                    <a:pt x="876782" y="145662"/>
                    <a:pt x="895617" y="126827"/>
                    <a:pt x="895617" y="103593"/>
                  </a:cubicBezTo>
                  <a:cubicBezTo>
                    <a:pt x="895617" y="80359"/>
                    <a:pt x="876782" y="61524"/>
                    <a:pt x="853548" y="61524"/>
                  </a:cubicBezTo>
                  <a:close/>
                  <a:moveTo>
                    <a:pt x="149912" y="0"/>
                  </a:moveTo>
                  <a:lnTo>
                    <a:pt x="1564937" y="0"/>
                  </a:lnTo>
                  <a:cubicBezTo>
                    <a:pt x="1647731" y="0"/>
                    <a:pt x="1714849" y="67118"/>
                    <a:pt x="1714849" y="149912"/>
                  </a:cubicBezTo>
                  <a:lnTo>
                    <a:pt x="1714849" y="3472918"/>
                  </a:lnTo>
                  <a:cubicBezTo>
                    <a:pt x="1714849" y="3555712"/>
                    <a:pt x="1647731" y="3622830"/>
                    <a:pt x="1564937" y="3622830"/>
                  </a:cubicBezTo>
                  <a:lnTo>
                    <a:pt x="149912" y="3622830"/>
                  </a:lnTo>
                  <a:cubicBezTo>
                    <a:pt x="67118" y="3622830"/>
                    <a:pt x="0" y="3555712"/>
                    <a:pt x="0" y="3472918"/>
                  </a:cubicBezTo>
                  <a:lnTo>
                    <a:pt x="0" y="149912"/>
                  </a:lnTo>
                  <a:cubicBezTo>
                    <a:pt x="0" y="67118"/>
                    <a:pt x="67118" y="0"/>
                    <a:pt x="149912" y="0"/>
                  </a:cubicBezTo>
                  <a:close/>
                </a:path>
              </a:pathLst>
            </a:custGeom>
          </p:spPr>
        </p:pic>
      </p:grpSp>
      <p:grpSp>
        <p:nvGrpSpPr>
          <p:cNvPr id="5" name="组合 4"/>
          <p:cNvGrpSpPr/>
          <p:nvPr/>
        </p:nvGrpSpPr>
        <p:grpSpPr>
          <a:xfrm>
            <a:off x="6603576" y="1342379"/>
            <a:ext cx="1979295" cy="3890645"/>
            <a:chOff x="6484937" y="882650"/>
            <a:chExt cx="1979295" cy="3890645"/>
          </a:xfrm>
        </p:grpSpPr>
        <p:pic>
          <p:nvPicPr>
            <p:cNvPr id="15" name="图片 14" descr="ef56901b-e67b-48c3-91cc-2ffb6efbef1e"/>
            <p:cNvPicPr>
              <a:picLocks noChangeAspect="1"/>
            </p:cNvPicPr>
            <p:nvPr/>
          </p:nvPicPr>
          <p:blipFill rotWithShape="1">
            <a:blip r:embed="rId2"/>
            <a:srcRect l="30132" t="10719" r="30559" b="12022"/>
            <a:stretch>
              <a:fillRect/>
            </a:stretch>
          </p:blipFill>
          <p:spPr>
            <a:xfrm>
              <a:off x="6484937" y="882650"/>
              <a:ext cx="1979295" cy="3890645"/>
            </a:xfrm>
            <a:prstGeom prst="rect">
              <a:avLst/>
            </a:prstGeom>
          </p:spPr>
        </p:pic>
        <p:pic>
          <p:nvPicPr>
            <p:cNvPr id="18" name="图片 17"/>
            <p:cNvPicPr>
              <a:picLocks noChangeAspect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0" t="-8" r="-290" b="5122"/>
            <a:stretch>
              <a:fillRect/>
            </a:stretch>
          </p:blipFill>
          <p:spPr>
            <a:xfrm>
              <a:off x="6621567" y="1004697"/>
              <a:ext cx="1715983" cy="3618321"/>
            </a:xfrm>
            <a:custGeom>
              <a:avLst/>
              <a:gdLst>
                <a:gd name="connsiteX0" fmla="*/ 854765 w 1715983"/>
                <a:gd name="connsiteY0" fmla="*/ 62102 h 3652899"/>
                <a:gd name="connsiteX1" fmla="*/ 812696 w 1715983"/>
                <a:gd name="connsiteY1" fmla="*/ 104171 h 3652899"/>
                <a:gd name="connsiteX2" fmla="*/ 854765 w 1715983"/>
                <a:gd name="connsiteY2" fmla="*/ 146240 h 3652899"/>
                <a:gd name="connsiteX3" fmla="*/ 896834 w 1715983"/>
                <a:gd name="connsiteY3" fmla="*/ 104171 h 3652899"/>
                <a:gd name="connsiteX4" fmla="*/ 854765 w 1715983"/>
                <a:gd name="connsiteY4" fmla="*/ 62102 h 3652899"/>
                <a:gd name="connsiteX5" fmla="*/ 142873 w 1715983"/>
                <a:gd name="connsiteY5" fmla="*/ 0 h 3652899"/>
                <a:gd name="connsiteX6" fmla="*/ 1573110 w 1715983"/>
                <a:gd name="connsiteY6" fmla="*/ 0 h 3652899"/>
                <a:gd name="connsiteX7" fmla="*/ 1715983 w 1715983"/>
                <a:gd name="connsiteY7" fmla="*/ 142873 h 3652899"/>
                <a:gd name="connsiteX8" fmla="*/ 1715983 w 1715983"/>
                <a:gd name="connsiteY8" fmla="*/ 3510026 h 3652899"/>
                <a:gd name="connsiteX9" fmla="*/ 1573110 w 1715983"/>
                <a:gd name="connsiteY9" fmla="*/ 3652899 h 3652899"/>
                <a:gd name="connsiteX10" fmla="*/ 142873 w 1715983"/>
                <a:gd name="connsiteY10" fmla="*/ 3652899 h 3652899"/>
                <a:gd name="connsiteX11" fmla="*/ 0 w 1715983"/>
                <a:gd name="connsiteY11" fmla="*/ 3510026 h 3652899"/>
                <a:gd name="connsiteX12" fmla="*/ 0 w 1715983"/>
                <a:gd name="connsiteY12" fmla="*/ 142873 h 3652899"/>
                <a:gd name="connsiteX13" fmla="*/ 142873 w 1715983"/>
                <a:gd name="connsiteY13" fmla="*/ 0 h 3652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15983" h="3652899">
                  <a:moveTo>
                    <a:pt x="854765" y="62102"/>
                  </a:moveTo>
                  <a:cubicBezTo>
                    <a:pt x="831531" y="62102"/>
                    <a:pt x="812696" y="80937"/>
                    <a:pt x="812696" y="104171"/>
                  </a:cubicBezTo>
                  <a:cubicBezTo>
                    <a:pt x="812696" y="127405"/>
                    <a:pt x="831531" y="146240"/>
                    <a:pt x="854765" y="146240"/>
                  </a:cubicBezTo>
                  <a:cubicBezTo>
                    <a:pt x="877999" y="146240"/>
                    <a:pt x="896834" y="127405"/>
                    <a:pt x="896834" y="104171"/>
                  </a:cubicBezTo>
                  <a:cubicBezTo>
                    <a:pt x="896834" y="80937"/>
                    <a:pt x="877999" y="62102"/>
                    <a:pt x="854765" y="62102"/>
                  </a:cubicBezTo>
                  <a:close/>
                  <a:moveTo>
                    <a:pt x="142873" y="0"/>
                  </a:moveTo>
                  <a:lnTo>
                    <a:pt x="1573110" y="0"/>
                  </a:lnTo>
                  <a:cubicBezTo>
                    <a:pt x="1652017" y="0"/>
                    <a:pt x="1715983" y="63966"/>
                    <a:pt x="1715983" y="142873"/>
                  </a:cubicBezTo>
                  <a:lnTo>
                    <a:pt x="1715983" y="3510026"/>
                  </a:lnTo>
                  <a:cubicBezTo>
                    <a:pt x="1715983" y="3588933"/>
                    <a:pt x="1652017" y="3652899"/>
                    <a:pt x="1573110" y="3652899"/>
                  </a:cubicBezTo>
                  <a:lnTo>
                    <a:pt x="142873" y="3652899"/>
                  </a:lnTo>
                  <a:cubicBezTo>
                    <a:pt x="63966" y="3652899"/>
                    <a:pt x="0" y="3588933"/>
                    <a:pt x="0" y="3510026"/>
                  </a:cubicBezTo>
                  <a:lnTo>
                    <a:pt x="0" y="142873"/>
                  </a:lnTo>
                  <a:cubicBezTo>
                    <a:pt x="0" y="63966"/>
                    <a:pt x="63966" y="0"/>
                    <a:pt x="142873" y="0"/>
                  </a:cubicBezTo>
                  <a:close/>
                </a:path>
              </a:pathLst>
            </a:custGeom>
          </p:spPr>
        </p:pic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形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71642" y="3209373"/>
            <a:ext cx="720000" cy="720000"/>
          </a:xfrm>
          <a:prstGeom prst="rect">
            <a:avLst/>
          </a:prstGeom>
        </p:spPr>
      </p:pic>
      <p:pic>
        <p:nvPicPr>
          <p:cNvPr id="7" name="图形 6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16215" y="1907232"/>
            <a:ext cx="720000" cy="720000"/>
          </a:xfrm>
          <a:prstGeom prst="rect">
            <a:avLst/>
          </a:prstGeom>
        </p:spPr>
      </p:pic>
      <p:sp>
        <p:nvSpPr>
          <p:cNvPr id="10" name="矩形 9"/>
          <p:cNvSpPr/>
          <p:nvPr/>
        </p:nvSpPr>
        <p:spPr>
          <a:xfrm>
            <a:off x="2743600" y="2056451"/>
            <a:ext cx="1236110" cy="2325262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1" name="图形 10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055097" y="3495076"/>
            <a:ext cx="720000" cy="720000"/>
          </a:xfrm>
          <a:prstGeom prst="rect">
            <a:avLst/>
          </a:prstGeom>
        </p:spPr>
      </p:pic>
      <p:pic>
        <p:nvPicPr>
          <p:cNvPr id="12" name="图形 11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041465" y="3495076"/>
            <a:ext cx="720000" cy="720000"/>
          </a:xfrm>
          <a:prstGeom prst="rect">
            <a:avLst/>
          </a:prstGeom>
        </p:spPr>
      </p:pic>
      <p:pic>
        <p:nvPicPr>
          <p:cNvPr id="13" name="图形 12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373891" y="2955389"/>
            <a:ext cx="720000" cy="720000"/>
          </a:xfrm>
          <a:prstGeom prst="rect">
            <a:avLst/>
          </a:prstGeom>
        </p:spPr>
      </p:pic>
      <p:pic>
        <p:nvPicPr>
          <p:cNvPr id="14" name="图形 13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321575" y="2857773"/>
            <a:ext cx="495891" cy="495891"/>
          </a:xfrm>
          <a:prstGeom prst="rect">
            <a:avLst/>
          </a:prstGeom>
        </p:spPr>
      </p:pic>
      <p:pic>
        <p:nvPicPr>
          <p:cNvPr id="15" name="图形 14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8095026" y="2918419"/>
            <a:ext cx="720000" cy="720000"/>
          </a:xfrm>
          <a:prstGeom prst="rect">
            <a:avLst/>
          </a:prstGeom>
        </p:spPr>
      </p:pic>
      <p:pic>
        <p:nvPicPr>
          <p:cNvPr id="16" name="图形 15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5055097" y="2128784"/>
            <a:ext cx="720000" cy="720000"/>
          </a:xfrm>
          <a:prstGeom prst="rect">
            <a:avLst/>
          </a:prstGeom>
        </p:spPr>
      </p:pic>
      <p:cxnSp>
        <p:nvCxnSpPr>
          <p:cNvPr id="18" name="直接连接符 17"/>
          <p:cNvCxnSpPr/>
          <p:nvPr/>
        </p:nvCxnSpPr>
        <p:spPr>
          <a:xfrm>
            <a:off x="1794895" y="2291226"/>
            <a:ext cx="936438" cy="0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接连接符 20"/>
          <p:cNvCxnSpPr/>
          <p:nvPr/>
        </p:nvCxnSpPr>
        <p:spPr>
          <a:xfrm>
            <a:off x="4041644" y="2454030"/>
            <a:ext cx="868026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矩形 25"/>
          <p:cNvSpPr/>
          <p:nvPr/>
        </p:nvSpPr>
        <p:spPr>
          <a:xfrm>
            <a:off x="6330217" y="2772833"/>
            <a:ext cx="2678316" cy="943831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7" name="直接连接符 26"/>
          <p:cNvCxnSpPr/>
          <p:nvPr/>
        </p:nvCxnSpPr>
        <p:spPr>
          <a:xfrm>
            <a:off x="4108382" y="3945051"/>
            <a:ext cx="801288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接连接符 27"/>
          <p:cNvCxnSpPr/>
          <p:nvPr/>
        </p:nvCxnSpPr>
        <p:spPr>
          <a:xfrm flipV="1">
            <a:off x="5758195" y="3429000"/>
            <a:ext cx="599354" cy="287664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接连接符 29"/>
          <p:cNvCxnSpPr/>
          <p:nvPr/>
        </p:nvCxnSpPr>
        <p:spPr>
          <a:xfrm flipV="1">
            <a:off x="1553633" y="2646250"/>
            <a:ext cx="1407110" cy="782750"/>
          </a:xfrm>
          <a:prstGeom prst="line">
            <a:avLst/>
          </a:prstGeom>
          <a:ln w="1905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连接符 31"/>
          <p:cNvCxnSpPr/>
          <p:nvPr/>
        </p:nvCxnSpPr>
        <p:spPr>
          <a:xfrm>
            <a:off x="1583967" y="3695821"/>
            <a:ext cx="1296992" cy="159255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连接符 34"/>
          <p:cNvCxnSpPr/>
          <p:nvPr/>
        </p:nvCxnSpPr>
        <p:spPr>
          <a:xfrm>
            <a:off x="3361655" y="2937352"/>
            <a:ext cx="0" cy="49164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直接连接符 42"/>
          <p:cNvCxnSpPr/>
          <p:nvPr/>
        </p:nvCxnSpPr>
        <p:spPr>
          <a:xfrm>
            <a:off x="7078542" y="3435367"/>
            <a:ext cx="990191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3" name="组合 62"/>
          <p:cNvGrpSpPr>
            <a:grpSpLocks noChangeAspect="1"/>
          </p:cNvGrpSpPr>
          <p:nvPr/>
        </p:nvGrpSpPr>
        <p:grpSpPr>
          <a:xfrm>
            <a:off x="3172907" y="2249270"/>
            <a:ext cx="484845" cy="479028"/>
            <a:chOff x="4445000" y="739632"/>
            <a:chExt cx="375710" cy="371203"/>
          </a:xfrm>
        </p:grpSpPr>
        <p:sp>
          <p:nvSpPr>
            <p:cNvPr id="64" name="矩形: 圆角 63"/>
            <p:cNvSpPr/>
            <p:nvPr/>
          </p:nvSpPr>
          <p:spPr>
            <a:xfrm>
              <a:off x="4445000" y="740833"/>
              <a:ext cx="156634" cy="156634"/>
            </a:xfrm>
            <a:prstGeom prst="roundRect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5" name="矩形: 圆角 64"/>
            <p:cNvSpPr/>
            <p:nvPr/>
          </p:nvSpPr>
          <p:spPr>
            <a:xfrm>
              <a:off x="4445000" y="954201"/>
              <a:ext cx="156634" cy="156634"/>
            </a:xfrm>
            <a:prstGeom prst="roundRect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6" name="矩形: 圆角 65"/>
            <p:cNvSpPr/>
            <p:nvPr/>
          </p:nvSpPr>
          <p:spPr>
            <a:xfrm rot="1800000">
              <a:off x="4672028" y="739632"/>
              <a:ext cx="145198" cy="138592"/>
            </a:xfrm>
            <a:prstGeom prst="roundRect">
              <a:avLst/>
            </a:prstGeom>
            <a:solidFill>
              <a:schemeClr val="bg1"/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7" name="矩形: 圆角 66"/>
            <p:cNvSpPr/>
            <p:nvPr/>
          </p:nvSpPr>
          <p:spPr>
            <a:xfrm>
              <a:off x="4664075" y="954201"/>
              <a:ext cx="156635" cy="156634"/>
            </a:xfrm>
            <a:prstGeom prst="roundRect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cxnSp>
        <p:nvCxnSpPr>
          <p:cNvPr id="73" name="直接连接符 72"/>
          <p:cNvCxnSpPr/>
          <p:nvPr/>
        </p:nvCxnSpPr>
        <p:spPr>
          <a:xfrm>
            <a:off x="5372604" y="2817953"/>
            <a:ext cx="0" cy="611047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形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71642" y="3209373"/>
            <a:ext cx="720000" cy="720000"/>
          </a:xfrm>
          <a:prstGeom prst="rect">
            <a:avLst/>
          </a:prstGeom>
        </p:spPr>
      </p:pic>
      <p:pic>
        <p:nvPicPr>
          <p:cNvPr id="7" name="图形 6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16215" y="1907232"/>
            <a:ext cx="720000" cy="720000"/>
          </a:xfrm>
          <a:prstGeom prst="rect">
            <a:avLst/>
          </a:prstGeom>
        </p:spPr>
      </p:pic>
      <p:sp>
        <p:nvSpPr>
          <p:cNvPr id="10" name="矩形 9"/>
          <p:cNvSpPr/>
          <p:nvPr/>
        </p:nvSpPr>
        <p:spPr>
          <a:xfrm>
            <a:off x="2743600" y="2056451"/>
            <a:ext cx="1236110" cy="2325262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1" name="图形 10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055097" y="3495076"/>
            <a:ext cx="720000" cy="720000"/>
          </a:xfrm>
          <a:prstGeom prst="rect">
            <a:avLst/>
          </a:prstGeom>
        </p:spPr>
      </p:pic>
      <p:pic>
        <p:nvPicPr>
          <p:cNvPr id="12" name="图形 11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041465" y="3495076"/>
            <a:ext cx="720000" cy="720000"/>
          </a:xfrm>
          <a:prstGeom prst="rect">
            <a:avLst/>
          </a:prstGeom>
        </p:spPr>
      </p:pic>
      <p:pic>
        <p:nvPicPr>
          <p:cNvPr id="13" name="图形 12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373891" y="2955389"/>
            <a:ext cx="720000" cy="720000"/>
          </a:xfrm>
          <a:prstGeom prst="rect">
            <a:avLst/>
          </a:prstGeom>
        </p:spPr>
      </p:pic>
      <p:pic>
        <p:nvPicPr>
          <p:cNvPr id="14" name="图形 13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321575" y="2857773"/>
            <a:ext cx="495891" cy="495891"/>
          </a:xfrm>
          <a:prstGeom prst="rect">
            <a:avLst/>
          </a:prstGeom>
        </p:spPr>
      </p:pic>
      <p:pic>
        <p:nvPicPr>
          <p:cNvPr id="15" name="图形 14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8095026" y="2918419"/>
            <a:ext cx="720000" cy="720000"/>
          </a:xfrm>
          <a:prstGeom prst="rect">
            <a:avLst/>
          </a:prstGeom>
        </p:spPr>
      </p:pic>
      <p:pic>
        <p:nvPicPr>
          <p:cNvPr id="16" name="图形 15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5055097" y="2128784"/>
            <a:ext cx="720000" cy="720000"/>
          </a:xfrm>
          <a:prstGeom prst="rect">
            <a:avLst/>
          </a:prstGeom>
        </p:spPr>
      </p:pic>
      <p:cxnSp>
        <p:nvCxnSpPr>
          <p:cNvPr id="18" name="直接连接符 17"/>
          <p:cNvCxnSpPr/>
          <p:nvPr/>
        </p:nvCxnSpPr>
        <p:spPr>
          <a:xfrm>
            <a:off x="1794895" y="2291226"/>
            <a:ext cx="936438" cy="0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接连接符 20"/>
          <p:cNvCxnSpPr/>
          <p:nvPr/>
        </p:nvCxnSpPr>
        <p:spPr>
          <a:xfrm>
            <a:off x="4041644" y="2454030"/>
            <a:ext cx="868026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矩形 25"/>
          <p:cNvSpPr/>
          <p:nvPr/>
        </p:nvSpPr>
        <p:spPr>
          <a:xfrm>
            <a:off x="6330217" y="2772833"/>
            <a:ext cx="2678316" cy="943831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7" name="直接连接符 26"/>
          <p:cNvCxnSpPr/>
          <p:nvPr/>
        </p:nvCxnSpPr>
        <p:spPr>
          <a:xfrm>
            <a:off x="4108382" y="3945051"/>
            <a:ext cx="801288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接连接符 27"/>
          <p:cNvCxnSpPr/>
          <p:nvPr/>
        </p:nvCxnSpPr>
        <p:spPr>
          <a:xfrm flipV="1">
            <a:off x="5758195" y="3429000"/>
            <a:ext cx="599354" cy="287664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接连接符 29"/>
          <p:cNvCxnSpPr/>
          <p:nvPr/>
        </p:nvCxnSpPr>
        <p:spPr>
          <a:xfrm flipV="1">
            <a:off x="1553633" y="2646250"/>
            <a:ext cx="1407110" cy="782750"/>
          </a:xfrm>
          <a:prstGeom prst="line">
            <a:avLst/>
          </a:prstGeom>
          <a:ln w="1905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连接符 31"/>
          <p:cNvCxnSpPr/>
          <p:nvPr/>
        </p:nvCxnSpPr>
        <p:spPr>
          <a:xfrm>
            <a:off x="1583967" y="3695821"/>
            <a:ext cx="1296992" cy="159255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连接符 34"/>
          <p:cNvCxnSpPr/>
          <p:nvPr/>
        </p:nvCxnSpPr>
        <p:spPr>
          <a:xfrm>
            <a:off x="3361655" y="2937352"/>
            <a:ext cx="0" cy="49164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直接连接符 42"/>
          <p:cNvCxnSpPr/>
          <p:nvPr/>
        </p:nvCxnSpPr>
        <p:spPr>
          <a:xfrm>
            <a:off x="7078542" y="3435367"/>
            <a:ext cx="990191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5" name="图片 27" descr="浏览器"/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2920086" y="2044223"/>
            <a:ext cx="860091" cy="860091"/>
          </a:xfrm>
          <a:prstGeom prst="rect">
            <a:avLst/>
          </a:prstGeom>
        </p:spPr>
      </p:pic>
      <p:cxnSp>
        <p:nvCxnSpPr>
          <p:cNvPr id="31" name="直接连接符 30"/>
          <p:cNvCxnSpPr/>
          <p:nvPr/>
        </p:nvCxnSpPr>
        <p:spPr>
          <a:xfrm>
            <a:off x="5393655" y="2937352"/>
            <a:ext cx="0" cy="49164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形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22362" y="2921709"/>
            <a:ext cx="720000" cy="720000"/>
          </a:xfrm>
          <a:prstGeom prst="rect">
            <a:avLst/>
          </a:prstGeom>
        </p:spPr>
      </p:pic>
      <p:pic>
        <p:nvPicPr>
          <p:cNvPr id="7" name="图形 6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560303" y="4177618"/>
            <a:ext cx="720000" cy="720000"/>
          </a:xfrm>
          <a:prstGeom prst="rect">
            <a:avLst/>
          </a:prstGeom>
        </p:spPr>
      </p:pic>
      <p:sp>
        <p:nvSpPr>
          <p:cNvPr id="10" name="矩形 9"/>
          <p:cNvSpPr/>
          <p:nvPr/>
        </p:nvSpPr>
        <p:spPr>
          <a:xfrm>
            <a:off x="4737642" y="3834233"/>
            <a:ext cx="1149465" cy="1031082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1" name="图形 10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586853" y="4004457"/>
            <a:ext cx="720000" cy="720000"/>
          </a:xfrm>
          <a:prstGeom prst="rect">
            <a:avLst/>
          </a:prstGeom>
        </p:spPr>
      </p:pic>
      <p:pic>
        <p:nvPicPr>
          <p:cNvPr id="12" name="图形 11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976873" y="3945870"/>
            <a:ext cx="720000" cy="720000"/>
          </a:xfrm>
          <a:prstGeom prst="rect">
            <a:avLst/>
          </a:prstGeom>
        </p:spPr>
      </p:pic>
      <p:pic>
        <p:nvPicPr>
          <p:cNvPr id="13" name="图形 12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537211" y="2805976"/>
            <a:ext cx="720000" cy="720000"/>
          </a:xfrm>
          <a:prstGeom prst="rect">
            <a:avLst/>
          </a:prstGeom>
        </p:spPr>
      </p:pic>
      <p:pic>
        <p:nvPicPr>
          <p:cNvPr id="14" name="图形 13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8484895" y="2708360"/>
            <a:ext cx="495891" cy="495891"/>
          </a:xfrm>
          <a:prstGeom prst="rect">
            <a:avLst/>
          </a:prstGeom>
        </p:spPr>
      </p:pic>
      <p:pic>
        <p:nvPicPr>
          <p:cNvPr id="15" name="图形 14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258346" y="2769006"/>
            <a:ext cx="720000" cy="720000"/>
          </a:xfrm>
          <a:prstGeom prst="rect">
            <a:avLst/>
          </a:prstGeom>
        </p:spPr>
      </p:pic>
      <p:pic>
        <p:nvPicPr>
          <p:cNvPr id="16" name="图形 15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6636830" y="1773544"/>
            <a:ext cx="720000" cy="720000"/>
          </a:xfrm>
          <a:prstGeom prst="rect">
            <a:avLst/>
          </a:prstGeom>
        </p:spPr>
      </p:pic>
      <p:cxnSp>
        <p:nvCxnSpPr>
          <p:cNvPr id="18" name="直接连接符 17"/>
          <p:cNvCxnSpPr/>
          <p:nvPr/>
        </p:nvCxnSpPr>
        <p:spPr>
          <a:xfrm>
            <a:off x="4265623" y="4414892"/>
            <a:ext cx="516571" cy="0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接连接符 20"/>
          <p:cNvCxnSpPr/>
          <p:nvPr/>
        </p:nvCxnSpPr>
        <p:spPr>
          <a:xfrm>
            <a:off x="5763907" y="2144911"/>
            <a:ext cx="868026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矩形 25"/>
          <p:cNvSpPr/>
          <p:nvPr/>
        </p:nvSpPr>
        <p:spPr>
          <a:xfrm>
            <a:off x="7493537" y="2623420"/>
            <a:ext cx="2678316" cy="943831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7" name="直接连接符 26"/>
          <p:cNvCxnSpPr/>
          <p:nvPr/>
        </p:nvCxnSpPr>
        <p:spPr>
          <a:xfrm>
            <a:off x="5741219" y="4381899"/>
            <a:ext cx="801288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接连接符 27"/>
          <p:cNvCxnSpPr/>
          <p:nvPr/>
        </p:nvCxnSpPr>
        <p:spPr>
          <a:xfrm flipV="1">
            <a:off x="7180520" y="3758687"/>
            <a:ext cx="490150" cy="342916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接连接符 29"/>
          <p:cNvCxnSpPr/>
          <p:nvPr/>
        </p:nvCxnSpPr>
        <p:spPr>
          <a:xfrm flipV="1">
            <a:off x="3504353" y="2358586"/>
            <a:ext cx="1407110" cy="782750"/>
          </a:xfrm>
          <a:prstGeom prst="line">
            <a:avLst/>
          </a:prstGeom>
          <a:ln w="1905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连接符 31"/>
          <p:cNvCxnSpPr/>
          <p:nvPr/>
        </p:nvCxnSpPr>
        <p:spPr>
          <a:xfrm>
            <a:off x="3534687" y="3408157"/>
            <a:ext cx="1345556" cy="741955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连接符 34"/>
          <p:cNvCxnSpPr/>
          <p:nvPr/>
        </p:nvCxnSpPr>
        <p:spPr>
          <a:xfrm>
            <a:off x="5189023" y="2530833"/>
            <a:ext cx="0" cy="1399312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直接连接符 42"/>
          <p:cNvCxnSpPr/>
          <p:nvPr/>
        </p:nvCxnSpPr>
        <p:spPr>
          <a:xfrm>
            <a:off x="8241862" y="3285954"/>
            <a:ext cx="990191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2" name="图形 21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3560303" y="1505176"/>
            <a:ext cx="720000" cy="720000"/>
          </a:xfrm>
          <a:prstGeom prst="rect">
            <a:avLst/>
          </a:prstGeom>
        </p:spPr>
      </p:pic>
      <p:pic>
        <p:nvPicPr>
          <p:cNvPr id="24" name="图形 23"/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4946605" y="1741459"/>
            <a:ext cx="742734" cy="742734"/>
          </a:xfrm>
          <a:prstGeom prst="rect">
            <a:avLst/>
          </a:prstGeom>
        </p:spPr>
      </p:pic>
      <p:sp>
        <p:nvSpPr>
          <p:cNvPr id="29" name="矩形 28"/>
          <p:cNvSpPr/>
          <p:nvPr/>
        </p:nvSpPr>
        <p:spPr>
          <a:xfrm>
            <a:off x="4773518" y="1578133"/>
            <a:ext cx="1149465" cy="1031082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1" name="直接连接符 30"/>
          <p:cNvCxnSpPr/>
          <p:nvPr/>
        </p:nvCxnSpPr>
        <p:spPr>
          <a:xfrm>
            <a:off x="4347411" y="1810501"/>
            <a:ext cx="433641" cy="0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接连接符 35"/>
          <p:cNvCxnSpPr/>
          <p:nvPr/>
        </p:nvCxnSpPr>
        <p:spPr>
          <a:xfrm>
            <a:off x="6941120" y="2516278"/>
            <a:ext cx="11466" cy="1317955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5" name="图形 24"/>
          <p:cNvPicPr>
            <a:picLocks noChangeAspect="1"/>
          </p:cNvPicPr>
          <p:nvPr/>
        </p:nvPicPr>
        <p:blipFill>
          <a:blip r:embed="rId20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5182312" y="2988529"/>
            <a:ext cx="507027" cy="50702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</TotalTime>
  <Words>121</Words>
  <Application>Microsoft Office PowerPoint</Application>
  <PresentationFormat>宽屏</PresentationFormat>
  <Paragraphs>37</Paragraphs>
  <Slides>10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14" baseType="lpstr">
      <vt:lpstr>Arial</vt:lpstr>
      <vt:lpstr>Calibri</vt:lpstr>
      <vt:lpstr>Times New Roman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admini</dc:creator>
  <cp:lastModifiedBy>admini</cp:lastModifiedBy>
  <cp:revision>49</cp:revision>
  <dcterms:created xsi:type="dcterms:W3CDTF">2023-08-09T12:44:00Z</dcterms:created>
  <dcterms:modified xsi:type="dcterms:W3CDTF">2026-01-22T17:59:22Z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2052-12.1.0.23542</vt:lpwstr>
  </property>
  <property fmtid="{D5CDD505-2E9C-101B-9397-08002B2CF9AE}" pid="3" name="ICV">
    <vt:lpwstr>ED6AFDE8E0B04ECF9244A40C7740298D_13</vt:lpwstr>
  </property>
</Properties>
</file>