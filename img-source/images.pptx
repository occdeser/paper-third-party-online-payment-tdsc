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0.svg" ContentType="image/svg+xml"/>
  <Override PartName="/ppt/media/image12.svg" ContentType="image/svg+xml"/>
  <Override PartName="/ppt/media/image14.svg" ContentType="image/svg+xml"/>
  <Override PartName="/ppt/media/image16.svg" ContentType="image/svg+xml"/>
  <Override PartName="/ppt/media/image18.svg" ContentType="image/svg+xml"/>
  <Override PartName="/ppt/media/image2.svg" ContentType="image/svg+xml"/>
  <Override PartName="/ppt/media/image20.svg" ContentType="image/svg+xml"/>
  <Override PartName="/ppt/media/image22.svg" ContentType="image/svg+xml"/>
  <Override PartName="/ppt/media/image24.svg" ContentType="image/svg+xml"/>
  <Override PartName="/ppt/media/image26.svg" ContentType="image/svg+xml"/>
  <Override PartName="/ppt/media/image28.svg" ContentType="image/svg+xml"/>
  <Override PartName="/ppt/media/image30.svg" ContentType="image/svg+xml"/>
  <Override PartName="/ppt/media/image32.svg" ContentType="image/svg+xml"/>
  <Override PartName="/ppt/media/image34.svg" ContentType="image/svg+xml"/>
  <Override PartName="/ppt/media/image36.svg" ContentType="image/svg+xml"/>
  <Override PartName="/ppt/media/image38.svg" ContentType="image/svg+xml"/>
  <Override PartName="/ppt/media/image4.svg" ContentType="image/svg+xml"/>
  <Override PartName="/ppt/media/image40.svg" ContentType="image/svg+xml"/>
  <Override PartName="/ppt/media/image42.svg" ContentType="image/svg+xml"/>
  <Override PartName="/ppt/media/image44.svg" ContentType="image/svg+xml"/>
  <Override PartName="/ppt/media/image46.svg" ContentType="image/svg+xml"/>
  <Override PartName="/ppt/media/image48.svg" ContentType="image/svg+xml"/>
  <Override PartName="/ppt/media/image50.svg" ContentType="image/svg+xml"/>
  <Override PartName="/ppt/media/image52.svg" ContentType="image/svg+xml"/>
  <Override PartName="/ppt/media/image54.svg" ContentType="image/svg+xml"/>
  <Override PartName="/ppt/media/image56.svg" ContentType="image/svg+xml"/>
  <Override PartName="/ppt/media/image6.svg" ContentType="image/svg+xml"/>
  <Override PartName="/ppt/media/image8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60" r:id="rId5"/>
    <p:sldId id="258" r:id="rId6"/>
    <p:sldId id="259" r:id="rId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02" userDrawn="1">
          <p15:clr>
            <a:srgbClr val="A4A3A4"/>
          </p15:clr>
        </p15:guide>
        <p15:guide id="2" pos="276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18A67"/>
    <a:srgbClr val="010101"/>
    <a:srgbClr val="8CC288"/>
    <a:srgbClr val="E1B884"/>
    <a:srgbClr val="0B5F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562" autoAdjust="0"/>
    <p:restoredTop sz="94660"/>
  </p:normalViewPr>
  <p:slideViewPr>
    <p:cSldViewPr snapToGrid="0" showGuides="1">
      <p:cViewPr varScale="1">
        <p:scale>
          <a:sx n="103" d="100"/>
          <a:sy n="103" d="100"/>
        </p:scale>
        <p:origin x="76" y="512"/>
      </p:cViewPr>
      <p:guideLst>
        <p:guide orient="horz" pos="1802"/>
        <p:guide pos="276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viewProps" Target="viewProps.xml"/><Relationship Id="rId8" Type="http://schemas.openxmlformats.org/officeDocument/2006/relationships/presProps" Target="presProps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0" Type="http://schemas.openxmlformats.org/officeDocument/2006/relationships/tableStyles" Target="tableStyles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image" Target="../media/image9.png"/><Relationship Id="rId8" Type="http://schemas.openxmlformats.org/officeDocument/2006/relationships/image" Target="../media/image8.svg"/><Relationship Id="rId7" Type="http://schemas.openxmlformats.org/officeDocument/2006/relationships/image" Target="../media/image7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Relationship Id="rId39" Type="http://schemas.openxmlformats.org/officeDocument/2006/relationships/slideLayout" Target="../slideLayouts/slideLayout1.xml"/><Relationship Id="rId38" Type="http://schemas.openxmlformats.org/officeDocument/2006/relationships/image" Target="../media/image38.svg"/><Relationship Id="rId37" Type="http://schemas.openxmlformats.org/officeDocument/2006/relationships/image" Target="../media/image37.png"/><Relationship Id="rId36" Type="http://schemas.openxmlformats.org/officeDocument/2006/relationships/image" Target="../media/image36.svg"/><Relationship Id="rId35" Type="http://schemas.openxmlformats.org/officeDocument/2006/relationships/image" Target="../media/image35.png"/><Relationship Id="rId34" Type="http://schemas.openxmlformats.org/officeDocument/2006/relationships/image" Target="../media/image34.svg"/><Relationship Id="rId33" Type="http://schemas.openxmlformats.org/officeDocument/2006/relationships/image" Target="../media/image33.png"/><Relationship Id="rId32" Type="http://schemas.openxmlformats.org/officeDocument/2006/relationships/image" Target="../media/image32.svg"/><Relationship Id="rId31" Type="http://schemas.openxmlformats.org/officeDocument/2006/relationships/image" Target="../media/image31.png"/><Relationship Id="rId30" Type="http://schemas.openxmlformats.org/officeDocument/2006/relationships/image" Target="../media/image30.svg"/><Relationship Id="rId3" Type="http://schemas.openxmlformats.org/officeDocument/2006/relationships/image" Target="../media/image3.png"/><Relationship Id="rId29" Type="http://schemas.openxmlformats.org/officeDocument/2006/relationships/image" Target="../media/image29.png"/><Relationship Id="rId28" Type="http://schemas.openxmlformats.org/officeDocument/2006/relationships/image" Target="../media/image28.svg"/><Relationship Id="rId27" Type="http://schemas.openxmlformats.org/officeDocument/2006/relationships/image" Target="../media/image27.png"/><Relationship Id="rId26" Type="http://schemas.openxmlformats.org/officeDocument/2006/relationships/image" Target="../media/image26.svg"/><Relationship Id="rId25" Type="http://schemas.openxmlformats.org/officeDocument/2006/relationships/image" Target="../media/image25.png"/><Relationship Id="rId24" Type="http://schemas.openxmlformats.org/officeDocument/2006/relationships/image" Target="../media/image24.svg"/><Relationship Id="rId23" Type="http://schemas.openxmlformats.org/officeDocument/2006/relationships/image" Target="../media/image23.png"/><Relationship Id="rId22" Type="http://schemas.openxmlformats.org/officeDocument/2006/relationships/image" Target="../media/image22.svg"/><Relationship Id="rId21" Type="http://schemas.openxmlformats.org/officeDocument/2006/relationships/image" Target="../media/image21.png"/><Relationship Id="rId20" Type="http://schemas.openxmlformats.org/officeDocument/2006/relationships/image" Target="../media/image20.svg"/><Relationship Id="rId2" Type="http://schemas.openxmlformats.org/officeDocument/2006/relationships/image" Target="../media/image2.svg"/><Relationship Id="rId19" Type="http://schemas.openxmlformats.org/officeDocument/2006/relationships/image" Target="../media/image19.png"/><Relationship Id="rId18" Type="http://schemas.openxmlformats.org/officeDocument/2006/relationships/image" Target="../media/image18.svg"/><Relationship Id="rId17" Type="http://schemas.openxmlformats.org/officeDocument/2006/relationships/image" Target="../media/image17.png"/><Relationship Id="rId16" Type="http://schemas.openxmlformats.org/officeDocument/2006/relationships/image" Target="../media/image16.svg"/><Relationship Id="rId15" Type="http://schemas.openxmlformats.org/officeDocument/2006/relationships/image" Target="../media/image15.png"/><Relationship Id="rId14" Type="http://schemas.openxmlformats.org/officeDocument/2006/relationships/image" Target="../media/image14.svg"/><Relationship Id="rId13" Type="http://schemas.openxmlformats.org/officeDocument/2006/relationships/image" Target="../media/image13.png"/><Relationship Id="rId12" Type="http://schemas.openxmlformats.org/officeDocument/2006/relationships/image" Target="../media/image12.svg"/><Relationship Id="rId11" Type="http://schemas.openxmlformats.org/officeDocument/2006/relationships/image" Target="../media/image11.png"/><Relationship Id="rId10" Type="http://schemas.openxmlformats.org/officeDocument/2006/relationships/image" Target="../media/image10.sv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image" Target="../media/image19.png"/><Relationship Id="rId8" Type="http://schemas.openxmlformats.org/officeDocument/2006/relationships/image" Target="../media/image10.svg"/><Relationship Id="rId7" Type="http://schemas.openxmlformats.org/officeDocument/2006/relationships/image" Target="../media/image9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26.svg"/><Relationship Id="rId3" Type="http://schemas.openxmlformats.org/officeDocument/2006/relationships/image" Target="../media/image25.png"/><Relationship Id="rId2" Type="http://schemas.openxmlformats.org/officeDocument/2006/relationships/image" Target="../media/image2.svg"/><Relationship Id="rId15" Type="http://schemas.openxmlformats.org/officeDocument/2006/relationships/slideLayout" Target="../slideLayouts/slideLayout1.xml"/><Relationship Id="rId14" Type="http://schemas.openxmlformats.org/officeDocument/2006/relationships/image" Target="../media/image22.svg"/><Relationship Id="rId13" Type="http://schemas.openxmlformats.org/officeDocument/2006/relationships/image" Target="../media/image21.png"/><Relationship Id="rId12" Type="http://schemas.openxmlformats.org/officeDocument/2006/relationships/image" Target="../media/image16.svg"/><Relationship Id="rId11" Type="http://schemas.openxmlformats.org/officeDocument/2006/relationships/image" Target="../media/image15.png"/><Relationship Id="rId10" Type="http://schemas.openxmlformats.org/officeDocument/2006/relationships/image" Target="../media/image20.svg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image" Target="../media/image47.png"/><Relationship Id="rId8" Type="http://schemas.openxmlformats.org/officeDocument/2006/relationships/image" Target="../media/image46.svg"/><Relationship Id="rId7" Type="http://schemas.openxmlformats.org/officeDocument/2006/relationships/image" Target="../media/image45.png"/><Relationship Id="rId6" Type="http://schemas.openxmlformats.org/officeDocument/2006/relationships/image" Target="../media/image44.svg"/><Relationship Id="rId5" Type="http://schemas.openxmlformats.org/officeDocument/2006/relationships/image" Target="../media/image43.png"/><Relationship Id="rId4" Type="http://schemas.openxmlformats.org/officeDocument/2006/relationships/image" Target="../media/image42.svg"/><Relationship Id="rId3" Type="http://schemas.openxmlformats.org/officeDocument/2006/relationships/image" Target="../media/image41.png"/><Relationship Id="rId2" Type="http://schemas.openxmlformats.org/officeDocument/2006/relationships/image" Target="../media/image40.svg"/><Relationship Id="rId17" Type="http://schemas.openxmlformats.org/officeDocument/2006/relationships/slideLayout" Target="../slideLayouts/slideLayout1.xml"/><Relationship Id="rId16" Type="http://schemas.openxmlformats.org/officeDocument/2006/relationships/image" Target="../media/image54.svg"/><Relationship Id="rId15" Type="http://schemas.openxmlformats.org/officeDocument/2006/relationships/image" Target="../media/image53.png"/><Relationship Id="rId14" Type="http://schemas.openxmlformats.org/officeDocument/2006/relationships/image" Target="../media/image52.svg"/><Relationship Id="rId13" Type="http://schemas.openxmlformats.org/officeDocument/2006/relationships/image" Target="../media/image51.png"/><Relationship Id="rId12" Type="http://schemas.openxmlformats.org/officeDocument/2006/relationships/image" Target="../media/image50.svg"/><Relationship Id="rId11" Type="http://schemas.openxmlformats.org/officeDocument/2006/relationships/image" Target="../media/image49.png"/><Relationship Id="rId10" Type="http://schemas.openxmlformats.org/officeDocument/2006/relationships/image" Target="../media/image48.svg"/><Relationship Id="rId1" Type="http://schemas.openxmlformats.org/officeDocument/2006/relationships/image" Target="../media/image39.png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image" Target="../media/image19.png"/><Relationship Id="rId8" Type="http://schemas.openxmlformats.org/officeDocument/2006/relationships/image" Target="../media/image10.svg"/><Relationship Id="rId7" Type="http://schemas.openxmlformats.org/officeDocument/2006/relationships/image" Target="../media/image9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26.svg"/><Relationship Id="rId3" Type="http://schemas.openxmlformats.org/officeDocument/2006/relationships/image" Target="../media/image25.png"/><Relationship Id="rId2" Type="http://schemas.openxmlformats.org/officeDocument/2006/relationships/image" Target="../media/image2.svg"/><Relationship Id="rId17" Type="http://schemas.openxmlformats.org/officeDocument/2006/relationships/slideLayout" Target="../slideLayouts/slideLayout1.xml"/><Relationship Id="rId16" Type="http://schemas.openxmlformats.org/officeDocument/2006/relationships/image" Target="../media/image36.svg"/><Relationship Id="rId15" Type="http://schemas.openxmlformats.org/officeDocument/2006/relationships/image" Target="../media/image35.png"/><Relationship Id="rId14" Type="http://schemas.openxmlformats.org/officeDocument/2006/relationships/image" Target="../media/image22.svg"/><Relationship Id="rId13" Type="http://schemas.openxmlformats.org/officeDocument/2006/relationships/image" Target="../media/image21.png"/><Relationship Id="rId12" Type="http://schemas.openxmlformats.org/officeDocument/2006/relationships/image" Target="../media/image16.svg"/><Relationship Id="rId11" Type="http://schemas.openxmlformats.org/officeDocument/2006/relationships/image" Target="../media/image15.png"/><Relationship Id="rId10" Type="http://schemas.openxmlformats.org/officeDocument/2006/relationships/image" Target="../media/image20.svg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image" Target="../media/image19.png"/><Relationship Id="rId8" Type="http://schemas.openxmlformats.org/officeDocument/2006/relationships/image" Target="../media/image10.svg"/><Relationship Id="rId7" Type="http://schemas.openxmlformats.org/officeDocument/2006/relationships/image" Target="../media/image9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26.svg"/><Relationship Id="rId3" Type="http://schemas.openxmlformats.org/officeDocument/2006/relationships/image" Target="../media/image25.png"/><Relationship Id="rId21" Type="http://schemas.openxmlformats.org/officeDocument/2006/relationships/slideLayout" Target="../slideLayouts/slideLayout1.xml"/><Relationship Id="rId20" Type="http://schemas.openxmlformats.org/officeDocument/2006/relationships/image" Target="../media/image18.svg"/><Relationship Id="rId2" Type="http://schemas.openxmlformats.org/officeDocument/2006/relationships/image" Target="../media/image2.svg"/><Relationship Id="rId19" Type="http://schemas.openxmlformats.org/officeDocument/2006/relationships/image" Target="../media/image17.png"/><Relationship Id="rId18" Type="http://schemas.openxmlformats.org/officeDocument/2006/relationships/image" Target="../media/image56.svg"/><Relationship Id="rId17" Type="http://schemas.openxmlformats.org/officeDocument/2006/relationships/image" Target="../media/image55.png"/><Relationship Id="rId16" Type="http://schemas.openxmlformats.org/officeDocument/2006/relationships/image" Target="../media/image30.svg"/><Relationship Id="rId15" Type="http://schemas.openxmlformats.org/officeDocument/2006/relationships/image" Target="../media/image29.png"/><Relationship Id="rId14" Type="http://schemas.openxmlformats.org/officeDocument/2006/relationships/image" Target="../media/image22.svg"/><Relationship Id="rId13" Type="http://schemas.openxmlformats.org/officeDocument/2006/relationships/image" Target="../media/image21.png"/><Relationship Id="rId12" Type="http://schemas.openxmlformats.org/officeDocument/2006/relationships/image" Target="../media/image16.svg"/><Relationship Id="rId11" Type="http://schemas.openxmlformats.org/officeDocument/2006/relationships/image" Target="../media/image15.png"/><Relationship Id="rId10" Type="http://schemas.openxmlformats.org/officeDocument/2006/relationships/image" Target="../media/image20.svg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矩形 42"/>
          <p:cNvSpPr/>
          <p:nvPr/>
        </p:nvSpPr>
        <p:spPr>
          <a:xfrm>
            <a:off x="660194" y="2124009"/>
            <a:ext cx="2954215" cy="120161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矩形: 圆角 43"/>
          <p:cNvSpPr/>
          <p:nvPr/>
        </p:nvSpPr>
        <p:spPr>
          <a:xfrm>
            <a:off x="4347817" y="2072779"/>
            <a:ext cx="2954215" cy="1252845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矩形 45"/>
          <p:cNvSpPr/>
          <p:nvPr/>
        </p:nvSpPr>
        <p:spPr>
          <a:xfrm>
            <a:off x="660194" y="3834056"/>
            <a:ext cx="2954215" cy="1201615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48" name="图形 47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00194" y="309748"/>
            <a:ext cx="720000" cy="720000"/>
          </a:xfrm>
          <a:prstGeom prst="rect">
            <a:avLst/>
          </a:prstGeom>
        </p:spPr>
      </p:pic>
      <p:pic>
        <p:nvPicPr>
          <p:cNvPr id="50" name="图形 4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72090" y="309748"/>
            <a:ext cx="720000" cy="720000"/>
          </a:xfrm>
          <a:prstGeom prst="rect">
            <a:avLst/>
          </a:prstGeom>
        </p:spPr>
      </p:pic>
      <p:pic>
        <p:nvPicPr>
          <p:cNvPr id="52" name="图形 5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843986" y="309748"/>
            <a:ext cx="720000" cy="720000"/>
          </a:xfrm>
          <a:prstGeom prst="rect">
            <a:avLst/>
          </a:prstGeom>
        </p:spPr>
      </p:pic>
      <p:pic>
        <p:nvPicPr>
          <p:cNvPr id="54" name="图形 5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615882" y="309748"/>
            <a:ext cx="720000" cy="720000"/>
          </a:xfrm>
          <a:prstGeom prst="rect">
            <a:avLst/>
          </a:prstGeom>
        </p:spPr>
      </p:pic>
      <p:pic>
        <p:nvPicPr>
          <p:cNvPr id="56" name="图形 55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387778" y="309748"/>
            <a:ext cx="720000" cy="720000"/>
          </a:xfrm>
          <a:prstGeom prst="rect">
            <a:avLst/>
          </a:prstGeom>
        </p:spPr>
      </p:pic>
      <p:pic>
        <p:nvPicPr>
          <p:cNvPr id="58" name="图形 57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159674" y="309748"/>
            <a:ext cx="720000" cy="720000"/>
          </a:xfrm>
          <a:prstGeom prst="rect">
            <a:avLst/>
          </a:prstGeom>
        </p:spPr>
      </p:pic>
      <p:pic>
        <p:nvPicPr>
          <p:cNvPr id="60" name="图形 59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931570" y="309748"/>
            <a:ext cx="720000" cy="720000"/>
          </a:xfrm>
          <a:prstGeom prst="rect">
            <a:avLst/>
          </a:prstGeom>
        </p:spPr>
      </p:pic>
      <p:pic>
        <p:nvPicPr>
          <p:cNvPr id="62" name="图形 61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5703466" y="309748"/>
            <a:ext cx="720000" cy="720000"/>
          </a:xfrm>
          <a:prstGeom prst="rect">
            <a:avLst/>
          </a:prstGeom>
        </p:spPr>
      </p:pic>
      <p:pic>
        <p:nvPicPr>
          <p:cNvPr id="64" name="图形 63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6475362" y="309748"/>
            <a:ext cx="720000" cy="720000"/>
          </a:xfrm>
          <a:prstGeom prst="rect">
            <a:avLst/>
          </a:prstGeom>
        </p:spPr>
      </p:pic>
      <p:pic>
        <p:nvPicPr>
          <p:cNvPr id="66" name="图形 65"/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7247258" y="309748"/>
            <a:ext cx="720000" cy="720000"/>
          </a:xfrm>
          <a:prstGeom prst="rect">
            <a:avLst/>
          </a:prstGeom>
        </p:spPr>
      </p:pic>
      <p:pic>
        <p:nvPicPr>
          <p:cNvPr id="68" name="图形 67"/>
          <p:cNvPicPr>
            <a:picLocks noChangeAspect="1"/>
          </p:cNvPicPr>
          <p:nvPr/>
        </p:nvPicPr>
        <p:blipFill>
          <a:blip r:embed="rId2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8019154" y="309748"/>
            <a:ext cx="720000" cy="720000"/>
          </a:xfrm>
          <a:prstGeom prst="rect">
            <a:avLst/>
          </a:prstGeom>
        </p:spPr>
      </p:pic>
      <p:pic>
        <p:nvPicPr>
          <p:cNvPr id="70" name="图形 69"/>
          <p:cNvPicPr>
            <a:picLocks noChangeAspect="1"/>
          </p:cNvPicPr>
          <p:nvPr/>
        </p:nvPicPr>
        <p:blipFill>
          <a:blip r:embed="rId2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8791050" y="309748"/>
            <a:ext cx="720000" cy="720000"/>
          </a:xfrm>
          <a:prstGeom prst="rect">
            <a:avLst/>
          </a:prstGeom>
        </p:spPr>
      </p:pic>
      <p:pic>
        <p:nvPicPr>
          <p:cNvPr id="72" name="图形 71"/>
          <p:cNvPicPr>
            <a:picLocks noChangeAspect="1"/>
          </p:cNvPicPr>
          <p:nvPr/>
        </p:nvPicPr>
        <p:blipFill>
          <a:blip r:embed="rId2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9562946" y="309748"/>
            <a:ext cx="720000" cy="720000"/>
          </a:xfrm>
          <a:prstGeom prst="rect">
            <a:avLst/>
          </a:prstGeom>
        </p:spPr>
      </p:pic>
      <p:pic>
        <p:nvPicPr>
          <p:cNvPr id="74" name="图形 73"/>
          <p:cNvPicPr>
            <a:picLocks noChangeAspect="1"/>
          </p:cNvPicPr>
          <p:nvPr/>
        </p:nvPicPr>
        <p:blipFill>
          <a:blip r:embed="rId2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10334842" y="309748"/>
            <a:ext cx="720000" cy="720000"/>
          </a:xfrm>
          <a:prstGeom prst="rect">
            <a:avLst/>
          </a:prstGeom>
        </p:spPr>
      </p:pic>
      <p:pic>
        <p:nvPicPr>
          <p:cNvPr id="76" name="图形 75"/>
          <p:cNvPicPr>
            <a:picLocks noChangeAspect="1"/>
          </p:cNvPicPr>
          <p:nvPr/>
        </p:nvPicPr>
        <p:blipFill>
          <a:blip r:embed="rId29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0"/>
              </a:ext>
            </a:extLst>
          </a:blip>
          <a:stretch>
            <a:fillRect/>
          </a:stretch>
        </p:blipFill>
        <p:spPr>
          <a:xfrm>
            <a:off x="11106740" y="309748"/>
            <a:ext cx="720000" cy="720000"/>
          </a:xfrm>
          <a:prstGeom prst="rect">
            <a:avLst/>
          </a:prstGeom>
        </p:spPr>
      </p:pic>
      <p:cxnSp>
        <p:nvCxnSpPr>
          <p:cNvPr id="77" name="直接连接符 76"/>
          <p:cNvCxnSpPr/>
          <p:nvPr/>
        </p:nvCxnSpPr>
        <p:spPr>
          <a:xfrm>
            <a:off x="8099953" y="2394446"/>
            <a:ext cx="1462993" cy="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直接连接符 77"/>
          <p:cNvCxnSpPr/>
          <p:nvPr/>
        </p:nvCxnSpPr>
        <p:spPr>
          <a:xfrm>
            <a:off x="8059553" y="2909864"/>
            <a:ext cx="1543792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1" name="组合 80"/>
          <p:cNvGrpSpPr>
            <a:grpSpLocks noChangeAspect="1"/>
          </p:cNvGrpSpPr>
          <p:nvPr/>
        </p:nvGrpSpPr>
        <p:grpSpPr>
          <a:xfrm>
            <a:off x="417771" y="1203981"/>
            <a:ext cx="484845" cy="479028"/>
            <a:chOff x="4445000" y="739632"/>
            <a:chExt cx="375710" cy="371203"/>
          </a:xfrm>
        </p:grpSpPr>
        <p:sp>
          <p:nvSpPr>
            <p:cNvPr id="82" name="矩形: 圆角 81"/>
            <p:cNvSpPr/>
            <p:nvPr/>
          </p:nvSpPr>
          <p:spPr>
            <a:xfrm>
              <a:off x="4445000" y="740833"/>
              <a:ext cx="156634" cy="156634"/>
            </a:xfrm>
            <a:prstGeom prst="round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3" name="矩形: 圆角 82"/>
            <p:cNvSpPr/>
            <p:nvPr/>
          </p:nvSpPr>
          <p:spPr>
            <a:xfrm>
              <a:off x="4445000" y="954201"/>
              <a:ext cx="156634" cy="156634"/>
            </a:xfrm>
            <a:prstGeom prst="round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4" name="矩形: 圆角 83"/>
            <p:cNvSpPr/>
            <p:nvPr/>
          </p:nvSpPr>
          <p:spPr>
            <a:xfrm rot="1800000">
              <a:off x="4672028" y="739632"/>
              <a:ext cx="145198" cy="138592"/>
            </a:xfrm>
            <a:prstGeom prst="roundRect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5" name="矩形: 圆角 84"/>
            <p:cNvSpPr/>
            <p:nvPr/>
          </p:nvSpPr>
          <p:spPr>
            <a:xfrm>
              <a:off x="4664075" y="954201"/>
              <a:ext cx="156635" cy="156634"/>
            </a:xfrm>
            <a:prstGeom prst="round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pic>
        <p:nvPicPr>
          <p:cNvPr id="87" name="图形 86"/>
          <p:cNvPicPr>
            <a:picLocks noChangeAspect="1"/>
          </p:cNvPicPr>
          <p:nvPr/>
        </p:nvPicPr>
        <p:blipFill>
          <a:blip r:embed="rId3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2"/>
              </a:ext>
            </a:extLst>
          </a:blip>
          <a:stretch>
            <a:fillRect/>
          </a:stretch>
        </p:blipFill>
        <p:spPr>
          <a:xfrm>
            <a:off x="1072090" y="1083495"/>
            <a:ext cx="720000" cy="720000"/>
          </a:xfrm>
          <a:prstGeom prst="rect">
            <a:avLst/>
          </a:prstGeom>
        </p:spPr>
      </p:pic>
      <p:pic>
        <p:nvPicPr>
          <p:cNvPr id="89" name="图形 88"/>
          <p:cNvPicPr>
            <a:picLocks noChangeAspect="1"/>
          </p:cNvPicPr>
          <p:nvPr/>
        </p:nvPicPr>
        <p:blipFill>
          <a:blip r:embed="rId3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4"/>
              </a:ext>
            </a:extLst>
          </a:blip>
          <a:stretch>
            <a:fillRect/>
          </a:stretch>
        </p:blipFill>
        <p:spPr>
          <a:xfrm>
            <a:off x="1843986" y="1083495"/>
            <a:ext cx="720000" cy="720000"/>
          </a:xfrm>
          <a:prstGeom prst="rect">
            <a:avLst/>
          </a:prstGeom>
        </p:spPr>
      </p:pic>
      <p:pic>
        <p:nvPicPr>
          <p:cNvPr id="90" name="图片 27" descr="浏览器"/>
          <p:cNvPicPr>
            <a:picLocks noChangeAspect="1"/>
          </p:cNvPicPr>
          <p:nvPr/>
        </p:nvPicPr>
        <p:blipFill>
          <a:blip r:embed="rId35">
            <a:extLst>
              <a:ext uri="{96DAC541-7B7A-43D3-8B79-37D633B846F1}">
                <asvg:svgBlip xmlns:asvg="http://schemas.microsoft.com/office/drawing/2016/SVG/main" r:embed="rId36"/>
              </a:ext>
            </a:extLst>
          </a:blip>
          <a:stretch>
            <a:fillRect/>
          </a:stretch>
        </p:blipFill>
        <p:spPr>
          <a:xfrm>
            <a:off x="2527687" y="995766"/>
            <a:ext cx="860091" cy="860091"/>
          </a:xfrm>
          <a:prstGeom prst="rect">
            <a:avLst/>
          </a:prstGeom>
        </p:spPr>
      </p:pic>
      <p:pic>
        <p:nvPicPr>
          <p:cNvPr id="95" name="图形 94"/>
          <p:cNvPicPr>
            <a:picLocks noChangeAspect="1"/>
          </p:cNvPicPr>
          <p:nvPr/>
        </p:nvPicPr>
        <p:blipFill>
          <a:blip r:embed="rId3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8"/>
              </a:ext>
            </a:extLst>
          </a:blip>
          <a:stretch>
            <a:fillRect/>
          </a:stretch>
        </p:blipFill>
        <p:spPr>
          <a:xfrm>
            <a:off x="3431521" y="1113123"/>
            <a:ext cx="742734" cy="74273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形 4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71642" y="3209373"/>
            <a:ext cx="720000" cy="720000"/>
          </a:xfrm>
          <a:prstGeom prst="rect">
            <a:avLst/>
          </a:prstGeom>
        </p:spPr>
      </p:pic>
      <p:pic>
        <p:nvPicPr>
          <p:cNvPr id="7" name="图形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6215" y="1907232"/>
            <a:ext cx="720000" cy="720000"/>
          </a:xfrm>
          <a:prstGeom prst="rect">
            <a:avLst/>
          </a:prstGeom>
        </p:spPr>
      </p:pic>
      <p:sp>
        <p:nvSpPr>
          <p:cNvPr id="10" name="矩形 9"/>
          <p:cNvSpPr/>
          <p:nvPr/>
        </p:nvSpPr>
        <p:spPr>
          <a:xfrm>
            <a:off x="2743600" y="2056451"/>
            <a:ext cx="1236110" cy="2325262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1" name="图形 1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055097" y="3495076"/>
            <a:ext cx="720000" cy="720000"/>
          </a:xfrm>
          <a:prstGeom prst="rect">
            <a:avLst/>
          </a:prstGeom>
        </p:spPr>
      </p:pic>
      <p:pic>
        <p:nvPicPr>
          <p:cNvPr id="12" name="图形 1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041465" y="3495076"/>
            <a:ext cx="720000" cy="720000"/>
          </a:xfrm>
          <a:prstGeom prst="rect">
            <a:avLst/>
          </a:prstGeom>
        </p:spPr>
      </p:pic>
      <p:pic>
        <p:nvPicPr>
          <p:cNvPr id="13" name="图形 12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373891" y="2955389"/>
            <a:ext cx="720000" cy="720000"/>
          </a:xfrm>
          <a:prstGeom prst="rect">
            <a:avLst/>
          </a:prstGeom>
        </p:spPr>
      </p:pic>
      <p:pic>
        <p:nvPicPr>
          <p:cNvPr id="14" name="图形 13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321575" y="2857773"/>
            <a:ext cx="495891" cy="495891"/>
          </a:xfrm>
          <a:prstGeom prst="rect">
            <a:avLst/>
          </a:prstGeom>
        </p:spPr>
      </p:pic>
      <p:pic>
        <p:nvPicPr>
          <p:cNvPr id="15" name="图形 14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095026" y="2918419"/>
            <a:ext cx="720000" cy="720000"/>
          </a:xfrm>
          <a:prstGeom prst="rect">
            <a:avLst/>
          </a:prstGeom>
        </p:spPr>
      </p:pic>
      <p:pic>
        <p:nvPicPr>
          <p:cNvPr id="16" name="图形 15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055097" y="2128784"/>
            <a:ext cx="720000" cy="720000"/>
          </a:xfrm>
          <a:prstGeom prst="rect">
            <a:avLst/>
          </a:prstGeom>
        </p:spPr>
      </p:pic>
      <p:cxnSp>
        <p:nvCxnSpPr>
          <p:cNvPr id="18" name="直接连接符 17"/>
          <p:cNvCxnSpPr/>
          <p:nvPr/>
        </p:nvCxnSpPr>
        <p:spPr>
          <a:xfrm>
            <a:off x="1794895" y="2291226"/>
            <a:ext cx="936438" cy="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/>
          <p:cNvCxnSpPr/>
          <p:nvPr/>
        </p:nvCxnSpPr>
        <p:spPr>
          <a:xfrm>
            <a:off x="4041644" y="2454030"/>
            <a:ext cx="868026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矩形 25"/>
          <p:cNvSpPr/>
          <p:nvPr/>
        </p:nvSpPr>
        <p:spPr>
          <a:xfrm>
            <a:off x="6330217" y="2772833"/>
            <a:ext cx="2678316" cy="943831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7" name="直接连接符 26"/>
          <p:cNvCxnSpPr/>
          <p:nvPr/>
        </p:nvCxnSpPr>
        <p:spPr>
          <a:xfrm>
            <a:off x="4108382" y="3945051"/>
            <a:ext cx="801288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/>
          <p:cNvCxnSpPr/>
          <p:nvPr/>
        </p:nvCxnSpPr>
        <p:spPr>
          <a:xfrm flipV="1">
            <a:off x="5758195" y="3429000"/>
            <a:ext cx="599354" cy="287664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连接符 29"/>
          <p:cNvCxnSpPr/>
          <p:nvPr/>
        </p:nvCxnSpPr>
        <p:spPr>
          <a:xfrm flipV="1">
            <a:off x="1553633" y="2646250"/>
            <a:ext cx="1407110" cy="782750"/>
          </a:xfrm>
          <a:prstGeom prst="line">
            <a:avLst/>
          </a:prstGeom>
          <a:ln w="1905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/>
          <p:cNvCxnSpPr/>
          <p:nvPr/>
        </p:nvCxnSpPr>
        <p:spPr>
          <a:xfrm>
            <a:off x="1583967" y="3695821"/>
            <a:ext cx="1296992" cy="159255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/>
          <p:cNvCxnSpPr/>
          <p:nvPr/>
        </p:nvCxnSpPr>
        <p:spPr>
          <a:xfrm>
            <a:off x="3361655" y="2937352"/>
            <a:ext cx="0" cy="49164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连接符 42"/>
          <p:cNvCxnSpPr/>
          <p:nvPr/>
        </p:nvCxnSpPr>
        <p:spPr>
          <a:xfrm>
            <a:off x="7078542" y="3435367"/>
            <a:ext cx="990191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3" name="组合 62"/>
          <p:cNvGrpSpPr>
            <a:grpSpLocks noChangeAspect="1"/>
          </p:cNvGrpSpPr>
          <p:nvPr/>
        </p:nvGrpSpPr>
        <p:grpSpPr>
          <a:xfrm>
            <a:off x="3172907" y="2249270"/>
            <a:ext cx="484845" cy="479028"/>
            <a:chOff x="4445000" y="739632"/>
            <a:chExt cx="375710" cy="371203"/>
          </a:xfrm>
        </p:grpSpPr>
        <p:sp>
          <p:nvSpPr>
            <p:cNvPr id="64" name="矩形: 圆角 63"/>
            <p:cNvSpPr/>
            <p:nvPr/>
          </p:nvSpPr>
          <p:spPr>
            <a:xfrm>
              <a:off x="4445000" y="740833"/>
              <a:ext cx="156634" cy="156634"/>
            </a:xfrm>
            <a:prstGeom prst="round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5" name="矩形: 圆角 64"/>
            <p:cNvSpPr/>
            <p:nvPr/>
          </p:nvSpPr>
          <p:spPr>
            <a:xfrm>
              <a:off x="4445000" y="954201"/>
              <a:ext cx="156634" cy="156634"/>
            </a:xfrm>
            <a:prstGeom prst="round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6" name="矩形: 圆角 65"/>
            <p:cNvSpPr/>
            <p:nvPr/>
          </p:nvSpPr>
          <p:spPr>
            <a:xfrm rot="1800000">
              <a:off x="4672028" y="739632"/>
              <a:ext cx="145198" cy="138592"/>
            </a:xfrm>
            <a:prstGeom prst="roundRect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7" name="矩形: 圆角 66"/>
            <p:cNvSpPr/>
            <p:nvPr/>
          </p:nvSpPr>
          <p:spPr>
            <a:xfrm>
              <a:off x="4664075" y="954201"/>
              <a:ext cx="156635" cy="156634"/>
            </a:xfrm>
            <a:prstGeom prst="round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cxnSp>
        <p:nvCxnSpPr>
          <p:cNvPr id="73" name="直接连接符 72"/>
          <p:cNvCxnSpPr/>
          <p:nvPr/>
        </p:nvCxnSpPr>
        <p:spPr>
          <a:xfrm>
            <a:off x="5372604" y="2817953"/>
            <a:ext cx="0" cy="611047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用户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6330" y="3602355"/>
            <a:ext cx="1080000" cy="1080000"/>
          </a:xfrm>
          <a:prstGeom prst="rect">
            <a:avLst/>
          </a:prstGeom>
        </p:spPr>
      </p:pic>
      <p:pic>
        <p:nvPicPr>
          <p:cNvPr id="4" name="图片 3" descr="手机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76630" y="1543050"/>
            <a:ext cx="1358900" cy="1358900"/>
          </a:xfrm>
          <a:prstGeom prst="rect">
            <a:avLst/>
          </a:prstGeom>
        </p:spPr>
      </p:pic>
      <p:pic>
        <p:nvPicPr>
          <p:cNvPr id="6" name="图片 5" descr="应用软件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844290" y="1499235"/>
            <a:ext cx="1080000" cy="1080000"/>
          </a:xfrm>
          <a:prstGeom prst="rect">
            <a:avLst/>
          </a:prstGeom>
        </p:spPr>
      </p:pic>
      <p:pic>
        <p:nvPicPr>
          <p:cNvPr id="8" name="图片 7" descr="支付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844290" y="3973195"/>
            <a:ext cx="1080000" cy="1080000"/>
          </a:xfrm>
          <a:prstGeom prst="rect">
            <a:avLst/>
          </a:prstGeom>
        </p:spPr>
      </p:pic>
      <p:sp>
        <p:nvSpPr>
          <p:cNvPr id="9" name="矩形 8"/>
          <p:cNvSpPr/>
          <p:nvPr/>
        </p:nvSpPr>
        <p:spPr>
          <a:xfrm>
            <a:off x="3496945" y="1451610"/>
            <a:ext cx="1774190" cy="3970020"/>
          </a:xfrm>
          <a:prstGeom prst="rect">
            <a:avLst/>
          </a:prstGeom>
          <a:noFill/>
          <a:ln w="19050">
            <a:solidFill>
              <a:srgbClr val="0B5FD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3618230" y="2538095"/>
            <a:ext cx="1532890" cy="63817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Merchant 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  <a:p>
            <a:pPr algn="ctr"/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Frontend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3618230" y="5053330"/>
            <a:ext cx="153289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PS-App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890270" y="4793615"/>
            <a:ext cx="153289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User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1032510" y="2842260"/>
            <a:ext cx="1219200" cy="5867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Mobile Device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23" name="直接连接符 22"/>
          <p:cNvCxnSpPr/>
          <p:nvPr/>
        </p:nvCxnSpPr>
        <p:spPr>
          <a:xfrm>
            <a:off x="2280670" y="2039766"/>
            <a:ext cx="1260000" cy="0"/>
          </a:xfrm>
          <a:prstGeom prst="line">
            <a:avLst/>
          </a:prstGeom>
          <a:ln w="19050">
            <a:solidFill>
              <a:srgbClr val="0B5FD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接连接符 23"/>
          <p:cNvCxnSpPr/>
          <p:nvPr/>
        </p:nvCxnSpPr>
        <p:spPr>
          <a:xfrm flipV="1">
            <a:off x="2292735" y="2264556"/>
            <a:ext cx="1511300" cy="1572260"/>
          </a:xfrm>
          <a:prstGeom prst="line">
            <a:avLst/>
          </a:prstGeom>
          <a:ln w="19050">
            <a:solidFill>
              <a:srgbClr val="E1B884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文本框 4"/>
          <p:cNvSpPr txBox="1"/>
          <p:nvPr/>
        </p:nvSpPr>
        <p:spPr>
          <a:xfrm rot="18840000">
            <a:off x="2114550" y="2737485"/>
            <a:ext cx="1532890" cy="3536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Shop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7" name="直接连接符 6"/>
          <p:cNvCxnSpPr/>
          <p:nvPr/>
        </p:nvCxnSpPr>
        <p:spPr>
          <a:xfrm>
            <a:off x="2292735" y="4290206"/>
            <a:ext cx="1512000" cy="322580"/>
          </a:xfrm>
          <a:prstGeom prst="line">
            <a:avLst/>
          </a:prstGeom>
          <a:ln w="19050">
            <a:solidFill>
              <a:srgbClr val="8CC288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/>
          <p:cNvSpPr txBox="1"/>
          <p:nvPr/>
        </p:nvSpPr>
        <p:spPr>
          <a:xfrm rot="780000">
            <a:off x="2308860" y="4079240"/>
            <a:ext cx="1363980" cy="2984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Password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35" name="直接连接符 34"/>
          <p:cNvCxnSpPr/>
          <p:nvPr/>
        </p:nvCxnSpPr>
        <p:spPr>
          <a:xfrm>
            <a:off x="4384005" y="3249137"/>
            <a:ext cx="0" cy="72000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图片 10" descr="服务器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432550" y="1451610"/>
            <a:ext cx="1080000" cy="1080000"/>
          </a:xfrm>
          <a:prstGeom prst="rect">
            <a:avLst/>
          </a:prstGeom>
        </p:spPr>
      </p:pic>
      <p:sp>
        <p:nvSpPr>
          <p:cNvPr id="12" name="文本框 11"/>
          <p:cNvSpPr txBox="1"/>
          <p:nvPr/>
        </p:nvSpPr>
        <p:spPr>
          <a:xfrm>
            <a:off x="6206490" y="2541270"/>
            <a:ext cx="1532890" cy="63817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Merchant 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  <a:p>
            <a:pPr algn="ctr"/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S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erver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21" name="直接连接符 20"/>
          <p:cNvCxnSpPr/>
          <p:nvPr/>
        </p:nvCxnSpPr>
        <p:spPr>
          <a:xfrm>
            <a:off x="5465314" y="2039375"/>
            <a:ext cx="868026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连接符 13"/>
          <p:cNvCxnSpPr/>
          <p:nvPr/>
        </p:nvCxnSpPr>
        <p:spPr>
          <a:xfrm>
            <a:off x="5465314" y="4682245"/>
            <a:ext cx="868026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图片 14" descr="收银台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432550" y="4142740"/>
            <a:ext cx="1080000" cy="1080000"/>
          </a:xfrm>
          <a:prstGeom prst="rect">
            <a:avLst/>
          </a:prstGeom>
        </p:spPr>
      </p:pic>
      <p:sp>
        <p:nvSpPr>
          <p:cNvPr id="16" name="文本框 15"/>
          <p:cNvSpPr txBox="1"/>
          <p:nvPr/>
        </p:nvSpPr>
        <p:spPr>
          <a:xfrm>
            <a:off x="6206490" y="5053330"/>
            <a:ext cx="153289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PS-S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erver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2" name="直接连接符 1"/>
          <p:cNvCxnSpPr/>
          <p:nvPr/>
        </p:nvCxnSpPr>
        <p:spPr>
          <a:xfrm flipV="1">
            <a:off x="7512554" y="3890400"/>
            <a:ext cx="778510" cy="791845"/>
          </a:xfrm>
          <a:prstGeom prst="line">
            <a:avLst/>
          </a:prstGeom>
          <a:ln w="19050">
            <a:solidFill>
              <a:srgbClr val="018A67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图片 12" descr="钱币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376920" y="3068955"/>
            <a:ext cx="720000" cy="720000"/>
          </a:xfrm>
          <a:prstGeom prst="rect">
            <a:avLst/>
          </a:prstGeom>
        </p:spPr>
      </p:pic>
      <p:cxnSp>
        <p:nvCxnSpPr>
          <p:cNvPr id="18" name="直接连接符 17"/>
          <p:cNvCxnSpPr/>
          <p:nvPr/>
        </p:nvCxnSpPr>
        <p:spPr>
          <a:xfrm>
            <a:off x="9168634" y="3428755"/>
            <a:ext cx="1080000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5" name="图片 24" descr="钱币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319385" y="3068955"/>
            <a:ext cx="720000" cy="720000"/>
          </a:xfrm>
          <a:prstGeom prst="rect">
            <a:avLst/>
          </a:prstGeom>
        </p:spPr>
      </p:pic>
      <p:pic>
        <p:nvPicPr>
          <p:cNvPr id="26" name="图片 25" descr="对"/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9508490" y="2943225"/>
            <a:ext cx="400685" cy="400685"/>
          </a:xfrm>
          <a:prstGeom prst="rect">
            <a:avLst/>
          </a:prstGeom>
        </p:spPr>
      </p:pic>
      <p:sp>
        <p:nvSpPr>
          <p:cNvPr id="27" name="文本框 26"/>
          <p:cNvSpPr txBox="1"/>
          <p:nvPr/>
        </p:nvSpPr>
        <p:spPr>
          <a:xfrm>
            <a:off x="8942070" y="3514090"/>
            <a:ext cx="153289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P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ayment Success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8" name="矩形 27"/>
          <p:cNvSpPr/>
          <p:nvPr/>
        </p:nvSpPr>
        <p:spPr>
          <a:xfrm>
            <a:off x="8295005" y="2736215"/>
            <a:ext cx="2907030" cy="1487170"/>
          </a:xfrm>
          <a:prstGeom prst="rect">
            <a:avLst/>
          </a:prstGeom>
          <a:noFill/>
          <a:ln w="19050">
            <a:solidFill>
              <a:srgbClr val="018A67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0" name="文本框 29"/>
          <p:cNvSpPr txBox="1"/>
          <p:nvPr/>
        </p:nvSpPr>
        <p:spPr>
          <a:xfrm>
            <a:off x="4385945" y="3380740"/>
            <a:ext cx="709930" cy="3467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SDK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31" name="直接连接符 30"/>
          <p:cNvCxnSpPr/>
          <p:nvPr/>
        </p:nvCxnSpPr>
        <p:spPr>
          <a:xfrm>
            <a:off x="6972900" y="3252947"/>
            <a:ext cx="0" cy="72000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形 4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71642" y="3209373"/>
            <a:ext cx="720000" cy="720000"/>
          </a:xfrm>
          <a:prstGeom prst="rect">
            <a:avLst/>
          </a:prstGeom>
        </p:spPr>
      </p:pic>
      <p:pic>
        <p:nvPicPr>
          <p:cNvPr id="7" name="图形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6215" y="1907232"/>
            <a:ext cx="720000" cy="720000"/>
          </a:xfrm>
          <a:prstGeom prst="rect">
            <a:avLst/>
          </a:prstGeom>
        </p:spPr>
      </p:pic>
      <p:sp>
        <p:nvSpPr>
          <p:cNvPr id="10" name="矩形 9"/>
          <p:cNvSpPr/>
          <p:nvPr/>
        </p:nvSpPr>
        <p:spPr>
          <a:xfrm>
            <a:off x="2743600" y="2056451"/>
            <a:ext cx="1236110" cy="2325262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1" name="图形 1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055097" y="3495076"/>
            <a:ext cx="720000" cy="720000"/>
          </a:xfrm>
          <a:prstGeom prst="rect">
            <a:avLst/>
          </a:prstGeom>
        </p:spPr>
      </p:pic>
      <p:pic>
        <p:nvPicPr>
          <p:cNvPr id="12" name="图形 1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041465" y="3495076"/>
            <a:ext cx="720000" cy="720000"/>
          </a:xfrm>
          <a:prstGeom prst="rect">
            <a:avLst/>
          </a:prstGeom>
        </p:spPr>
      </p:pic>
      <p:pic>
        <p:nvPicPr>
          <p:cNvPr id="13" name="图形 12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373891" y="2955389"/>
            <a:ext cx="720000" cy="720000"/>
          </a:xfrm>
          <a:prstGeom prst="rect">
            <a:avLst/>
          </a:prstGeom>
        </p:spPr>
      </p:pic>
      <p:pic>
        <p:nvPicPr>
          <p:cNvPr id="14" name="图形 13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321575" y="2857773"/>
            <a:ext cx="495891" cy="495891"/>
          </a:xfrm>
          <a:prstGeom prst="rect">
            <a:avLst/>
          </a:prstGeom>
        </p:spPr>
      </p:pic>
      <p:pic>
        <p:nvPicPr>
          <p:cNvPr id="15" name="图形 14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095026" y="2918419"/>
            <a:ext cx="720000" cy="720000"/>
          </a:xfrm>
          <a:prstGeom prst="rect">
            <a:avLst/>
          </a:prstGeom>
        </p:spPr>
      </p:pic>
      <p:pic>
        <p:nvPicPr>
          <p:cNvPr id="16" name="图形 15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055097" y="2128784"/>
            <a:ext cx="720000" cy="720000"/>
          </a:xfrm>
          <a:prstGeom prst="rect">
            <a:avLst/>
          </a:prstGeom>
        </p:spPr>
      </p:pic>
      <p:cxnSp>
        <p:nvCxnSpPr>
          <p:cNvPr id="18" name="直接连接符 17"/>
          <p:cNvCxnSpPr/>
          <p:nvPr/>
        </p:nvCxnSpPr>
        <p:spPr>
          <a:xfrm>
            <a:off x="1794895" y="2291226"/>
            <a:ext cx="936438" cy="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/>
          <p:cNvCxnSpPr/>
          <p:nvPr/>
        </p:nvCxnSpPr>
        <p:spPr>
          <a:xfrm>
            <a:off x="4041644" y="2454030"/>
            <a:ext cx="868026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矩形 25"/>
          <p:cNvSpPr/>
          <p:nvPr/>
        </p:nvSpPr>
        <p:spPr>
          <a:xfrm>
            <a:off x="6330217" y="2772833"/>
            <a:ext cx="2678316" cy="943831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7" name="直接连接符 26"/>
          <p:cNvCxnSpPr/>
          <p:nvPr/>
        </p:nvCxnSpPr>
        <p:spPr>
          <a:xfrm>
            <a:off x="4108382" y="3945051"/>
            <a:ext cx="801288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/>
          <p:cNvCxnSpPr/>
          <p:nvPr/>
        </p:nvCxnSpPr>
        <p:spPr>
          <a:xfrm flipV="1">
            <a:off x="5758195" y="3429000"/>
            <a:ext cx="599354" cy="287664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连接符 29"/>
          <p:cNvCxnSpPr/>
          <p:nvPr/>
        </p:nvCxnSpPr>
        <p:spPr>
          <a:xfrm flipV="1">
            <a:off x="1553633" y="2646250"/>
            <a:ext cx="1407110" cy="782750"/>
          </a:xfrm>
          <a:prstGeom prst="line">
            <a:avLst/>
          </a:prstGeom>
          <a:ln w="1905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/>
          <p:cNvCxnSpPr/>
          <p:nvPr/>
        </p:nvCxnSpPr>
        <p:spPr>
          <a:xfrm>
            <a:off x="1583967" y="3695821"/>
            <a:ext cx="1296992" cy="159255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/>
          <p:cNvCxnSpPr/>
          <p:nvPr/>
        </p:nvCxnSpPr>
        <p:spPr>
          <a:xfrm>
            <a:off x="3361655" y="2937352"/>
            <a:ext cx="0" cy="49164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连接符 42"/>
          <p:cNvCxnSpPr/>
          <p:nvPr/>
        </p:nvCxnSpPr>
        <p:spPr>
          <a:xfrm>
            <a:off x="7078542" y="3435367"/>
            <a:ext cx="990191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5" name="图片 27" descr="浏览器"/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2920086" y="2044223"/>
            <a:ext cx="860091" cy="860091"/>
          </a:xfrm>
          <a:prstGeom prst="rect">
            <a:avLst/>
          </a:prstGeom>
        </p:spPr>
      </p:pic>
      <p:cxnSp>
        <p:nvCxnSpPr>
          <p:cNvPr id="31" name="直接连接符 30"/>
          <p:cNvCxnSpPr/>
          <p:nvPr/>
        </p:nvCxnSpPr>
        <p:spPr>
          <a:xfrm>
            <a:off x="5393655" y="2937352"/>
            <a:ext cx="0" cy="49164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形 4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822362" y="2921709"/>
            <a:ext cx="720000" cy="720000"/>
          </a:xfrm>
          <a:prstGeom prst="rect">
            <a:avLst/>
          </a:prstGeom>
        </p:spPr>
      </p:pic>
      <p:pic>
        <p:nvPicPr>
          <p:cNvPr id="7" name="图形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60303" y="4177618"/>
            <a:ext cx="720000" cy="720000"/>
          </a:xfrm>
          <a:prstGeom prst="rect">
            <a:avLst/>
          </a:prstGeom>
        </p:spPr>
      </p:pic>
      <p:sp>
        <p:nvSpPr>
          <p:cNvPr id="10" name="矩形 9"/>
          <p:cNvSpPr/>
          <p:nvPr/>
        </p:nvSpPr>
        <p:spPr>
          <a:xfrm>
            <a:off x="4737642" y="3834233"/>
            <a:ext cx="1149465" cy="1031082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1" name="图形 1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586853" y="4004457"/>
            <a:ext cx="720000" cy="720000"/>
          </a:xfrm>
          <a:prstGeom prst="rect">
            <a:avLst/>
          </a:prstGeom>
        </p:spPr>
      </p:pic>
      <p:pic>
        <p:nvPicPr>
          <p:cNvPr id="12" name="图形 1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976873" y="3945870"/>
            <a:ext cx="720000" cy="720000"/>
          </a:xfrm>
          <a:prstGeom prst="rect">
            <a:avLst/>
          </a:prstGeom>
        </p:spPr>
      </p:pic>
      <p:pic>
        <p:nvPicPr>
          <p:cNvPr id="13" name="图形 12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537211" y="2805976"/>
            <a:ext cx="720000" cy="720000"/>
          </a:xfrm>
          <a:prstGeom prst="rect">
            <a:avLst/>
          </a:prstGeom>
        </p:spPr>
      </p:pic>
      <p:pic>
        <p:nvPicPr>
          <p:cNvPr id="14" name="图形 13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484895" y="2708360"/>
            <a:ext cx="495891" cy="495891"/>
          </a:xfrm>
          <a:prstGeom prst="rect">
            <a:avLst/>
          </a:prstGeom>
        </p:spPr>
      </p:pic>
      <p:pic>
        <p:nvPicPr>
          <p:cNvPr id="15" name="图形 14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258346" y="2769006"/>
            <a:ext cx="720000" cy="720000"/>
          </a:xfrm>
          <a:prstGeom prst="rect">
            <a:avLst/>
          </a:prstGeom>
        </p:spPr>
      </p:pic>
      <p:pic>
        <p:nvPicPr>
          <p:cNvPr id="16" name="图形 15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636830" y="1773544"/>
            <a:ext cx="720000" cy="720000"/>
          </a:xfrm>
          <a:prstGeom prst="rect">
            <a:avLst/>
          </a:prstGeom>
        </p:spPr>
      </p:pic>
      <p:cxnSp>
        <p:nvCxnSpPr>
          <p:cNvPr id="18" name="直接连接符 17"/>
          <p:cNvCxnSpPr/>
          <p:nvPr/>
        </p:nvCxnSpPr>
        <p:spPr>
          <a:xfrm>
            <a:off x="4265623" y="4414892"/>
            <a:ext cx="516571" cy="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/>
          <p:cNvCxnSpPr/>
          <p:nvPr/>
        </p:nvCxnSpPr>
        <p:spPr>
          <a:xfrm>
            <a:off x="5763907" y="2144911"/>
            <a:ext cx="868026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矩形 25"/>
          <p:cNvSpPr/>
          <p:nvPr/>
        </p:nvSpPr>
        <p:spPr>
          <a:xfrm>
            <a:off x="7493537" y="2623420"/>
            <a:ext cx="2678316" cy="943831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7" name="直接连接符 26"/>
          <p:cNvCxnSpPr/>
          <p:nvPr/>
        </p:nvCxnSpPr>
        <p:spPr>
          <a:xfrm>
            <a:off x="5741219" y="4381899"/>
            <a:ext cx="801288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/>
          <p:cNvCxnSpPr/>
          <p:nvPr/>
        </p:nvCxnSpPr>
        <p:spPr>
          <a:xfrm flipV="1">
            <a:off x="7180520" y="3758687"/>
            <a:ext cx="490150" cy="342916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连接符 29"/>
          <p:cNvCxnSpPr/>
          <p:nvPr/>
        </p:nvCxnSpPr>
        <p:spPr>
          <a:xfrm flipV="1">
            <a:off x="3504353" y="2358586"/>
            <a:ext cx="1407110" cy="782750"/>
          </a:xfrm>
          <a:prstGeom prst="line">
            <a:avLst/>
          </a:prstGeom>
          <a:ln w="1905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/>
          <p:cNvCxnSpPr/>
          <p:nvPr/>
        </p:nvCxnSpPr>
        <p:spPr>
          <a:xfrm>
            <a:off x="3534687" y="3408157"/>
            <a:ext cx="1345556" cy="741955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/>
          <p:cNvCxnSpPr/>
          <p:nvPr/>
        </p:nvCxnSpPr>
        <p:spPr>
          <a:xfrm>
            <a:off x="5189023" y="2530833"/>
            <a:ext cx="0" cy="1399312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连接符 42"/>
          <p:cNvCxnSpPr/>
          <p:nvPr/>
        </p:nvCxnSpPr>
        <p:spPr>
          <a:xfrm>
            <a:off x="8241862" y="3285954"/>
            <a:ext cx="990191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" name="图形 21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3560303" y="1505176"/>
            <a:ext cx="720000" cy="720000"/>
          </a:xfrm>
          <a:prstGeom prst="rect">
            <a:avLst/>
          </a:prstGeom>
        </p:spPr>
      </p:pic>
      <p:pic>
        <p:nvPicPr>
          <p:cNvPr id="24" name="图形 23"/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4946605" y="1741459"/>
            <a:ext cx="742734" cy="742734"/>
          </a:xfrm>
          <a:prstGeom prst="rect">
            <a:avLst/>
          </a:prstGeom>
        </p:spPr>
      </p:pic>
      <p:sp>
        <p:nvSpPr>
          <p:cNvPr id="29" name="矩形 28"/>
          <p:cNvSpPr/>
          <p:nvPr/>
        </p:nvSpPr>
        <p:spPr>
          <a:xfrm>
            <a:off x="4773518" y="1578133"/>
            <a:ext cx="1149465" cy="1031082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1" name="直接连接符 30"/>
          <p:cNvCxnSpPr/>
          <p:nvPr/>
        </p:nvCxnSpPr>
        <p:spPr>
          <a:xfrm>
            <a:off x="4347411" y="1810501"/>
            <a:ext cx="433641" cy="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连接符 35"/>
          <p:cNvCxnSpPr/>
          <p:nvPr/>
        </p:nvCxnSpPr>
        <p:spPr>
          <a:xfrm>
            <a:off x="6941120" y="2516278"/>
            <a:ext cx="11466" cy="1317955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5" name="图形 24"/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5182312" y="2988529"/>
            <a:ext cx="507027" cy="50702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94</Words>
  <Application>WPS 演示</Application>
  <PresentationFormat>宽屏</PresentationFormat>
  <Paragraphs>22</Paragraphs>
  <Slides>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13" baseType="lpstr">
      <vt:lpstr>Arial</vt:lpstr>
      <vt:lpstr>宋体</vt:lpstr>
      <vt:lpstr>Wingdings</vt:lpstr>
      <vt:lpstr>Times New Roman</vt:lpstr>
      <vt:lpstr>Calibri</vt:lpstr>
      <vt:lpstr>微软雅黑</vt:lpstr>
      <vt:lpstr>Arial Unicode MS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admini</dc:creator>
  <cp:lastModifiedBy>邓起仪</cp:lastModifiedBy>
  <cp:revision>24</cp:revision>
  <dcterms:created xsi:type="dcterms:W3CDTF">2023-08-09T12:44:00Z</dcterms:created>
  <dcterms:modified xsi:type="dcterms:W3CDTF">2026-01-17T09:29:16Z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2052-12.1.0.23542</vt:lpwstr>
  </property>
  <property fmtid="{D5CDD505-2E9C-101B-9397-08002B2CF9AE}" pid="3" name="ICV">
    <vt:lpwstr>9F853C5A395843F0A32D8702CFAC8E30_12</vt:lpwstr>
  </property>
</Properties>
</file>