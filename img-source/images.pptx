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1.svg" ContentType="image/svg+xml"/>
  <Override PartName="/ppt/media/image73.svg" ContentType="image/svg+xml"/>
  <Override PartName="/ppt/media/image78.svg" ContentType="image/svg+xml"/>
  <Override PartName="/ppt/media/image8.svg" ContentType="image/svg+xml"/>
  <Override PartName="/ppt/media/image80.svg" ContentType="image/svg+xml"/>
  <Override PartName="/ppt/media/image81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0" r:id="rId4"/>
    <p:sldId id="259" r:id="rId5"/>
    <p:sldId id="261" r:id="rId6"/>
    <p:sldId id="262" r:id="rId7"/>
    <p:sldId id="257" r:id="rId8"/>
    <p:sldId id="258" r:id="rId9"/>
    <p:sldId id="263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80" userDrawn="1">
          <p15:clr>
            <a:srgbClr val="A4A3A4"/>
          </p15:clr>
        </p15:guide>
        <p15:guide id="2" pos="5160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35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A09C"/>
    <a:srgbClr val="B5655E"/>
    <a:srgbClr val="AC2297"/>
    <a:srgbClr val="7C4461"/>
    <a:srgbClr val="BC4042"/>
    <a:srgbClr val="6F6F6F"/>
    <a:srgbClr val="A5AEB7"/>
    <a:srgbClr val="C94E65"/>
    <a:srgbClr val="B8DBB3"/>
    <a:srgbClr val="72B0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76" y="512"/>
      </p:cViewPr>
      <p:guideLst>
        <p:guide orient="horz" pos="3180"/>
        <p:guide pos="5160"/>
        <p:guide orient="horz" pos="451"/>
        <p:guide pos="35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9" Type="http://schemas.openxmlformats.org/officeDocument/2006/relationships/slideLayout" Target="../slideLayouts/slideLayout1.xml"/><Relationship Id="rId38" Type="http://schemas.openxmlformats.org/officeDocument/2006/relationships/image" Target="../media/image38.svg"/><Relationship Id="rId37" Type="http://schemas.openxmlformats.org/officeDocument/2006/relationships/image" Target="../media/image37.png"/><Relationship Id="rId36" Type="http://schemas.openxmlformats.org/officeDocument/2006/relationships/image" Target="../media/image36.svg"/><Relationship Id="rId35" Type="http://schemas.openxmlformats.org/officeDocument/2006/relationships/image" Target="../media/image35.png"/><Relationship Id="rId34" Type="http://schemas.openxmlformats.org/officeDocument/2006/relationships/image" Target="../media/image34.svg"/><Relationship Id="rId33" Type="http://schemas.openxmlformats.org/officeDocument/2006/relationships/image" Target="../media/image33.png"/><Relationship Id="rId32" Type="http://schemas.openxmlformats.org/officeDocument/2006/relationships/image" Target="../media/image32.svg"/><Relationship Id="rId31" Type="http://schemas.openxmlformats.org/officeDocument/2006/relationships/image" Target="../media/image31.png"/><Relationship Id="rId30" Type="http://schemas.openxmlformats.org/officeDocument/2006/relationships/image" Target="../media/image30.sv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svg"/><Relationship Id="rId27" Type="http://schemas.openxmlformats.org/officeDocument/2006/relationships/image" Target="../media/image27.png"/><Relationship Id="rId26" Type="http://schemas.openxmlformats.org/officeDocument/2006/relationships/image" Target="../media/image26.svg"/><Relationship Id="rId25" Type="http://schemas.openxmlformats.org/officeDocument/2006/relationships/image" Target="../media/image25.png"/><Relationship Id="rId24" Type="http://schemas.openxmlformats.org/officeDocument/2006/relationships/image" Target="../media/image24.svg"/><Relationship Id="rId23" Type="http://schemas.openxmlformats.org/officeDocument/2006/relationships/image" Target="../media/image23.png"/><Relationship Id="rId22" Type="http://schemas.openxmlformats.org/officeDocument/2006/relationships/image" Target="../media/image22.svg"/><Relationship Id="rId21" Type="http://schemas.openxmlformats.org/officeDocument/2006/relationships/image" Target="../media/image21.png"/><Relationship Id="rId20" Type="http://schemas.openxmlformats.org/officeDocument/2006/relationships/image" Target="../media/image20.svg"/><Relationship Id="rId2" Type="http://schemas.openxmlformats.org/officeDocument/2006/relationships/image" Target="../media/image2.svg"/><Relationship Id="rId19" Type="http://schemas.openxmlformats.org/officeDocument/2006/relationships/image" Target="../media/image19.png"/><Relationship Id="rId18" Type="http://schemas.openxmlformats.org/officeDocument/2006/relationships/image" Target="../media/image18.svg"/><Relationship Id="rId17" Type="http://schemas.openxmlformats.org/officeDocument/2006/relationships/image" Target="../media/image17.png"/><Relationship Id="rId16" Type="http://schemas.openxmlformats.org/officeDocument/2006/relationships/image" Target="../media/image16.svg"/><Relationship Id="rId15" Type="http://schemas.openxmlformats.org/officeDocument/2006/relationships/image" Target="../media/image15.png"/><Relationship Id="rId14" Type="http://schemas.openxmlformats.org/officeDocument/2006/relationships/image" Target="../media/image14.svg"/><Relationship Id="rId13" Type="http://schemas.openxmlformats.org/officeDocument/2006/relationships/image" Target="../media/image13.png"/><Relationship Id="rId12" Type="http://schemas.openxmlformats.org/officeDocument/2006/relationships/image" Target="../media/image12.svg"/><Relationship Id="rId11" Type="http://schemas.openxmlformats.org/officeDocument/2006/relationships/image" Target="../media/image11.png"/><Relationship Id="rId10" Type="http://schemas.openxmlformats.org/officeDocument/2006/relationships/image" Target="../media/image10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image" Target="../media/image46.svg"/><Relationship Id="rId7" Type="http://schemas.openxmlformats.org/officeDocument/2006/relationships/image" Target="../media/image45.png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42.svg"/><Relationship Id="rId30" Type="http://schemas.openxmlformats.org/officeDocument/2006/relationships/slideLayout" Target="../slideLayouts/slideLayout1.xml"/><Relationship Id="rId3" Type="http://schemas.openxmlformats.org/officeDocument/2006/relationships/image" Target="../media/image41.png"/><Relationship Id="rId29" Type="http://schemas.openxmlformats.org/officeDocument/2006/relationships/image" Target="../media/image67.svg"/><Relationship Id="rId28" Type="http://schemas.openxmlformats.org/officeDocument/2006/relationships/image" Target="../media/image66.png"/><Relationship Id="rId27" Type="http://schemas.openxmlformats.org/officeDocument/2006/relationships/image" Target="../media/image65.svg"/><Relationship Id="rId26" Type="http://schemas.openxmlformats.org/officeDocument/2006/relationships/image" Target="../media/image64.png"/><Relationship Id="rId25" Type="http://schemas.openxmlformats.org/officeDocument/2006/relationships/image" Target="../media/image63.svg"/><Relationship Id="rId24" Type="http://schemas.openxmlformats.org/officeDocument/2006/relationships/image" Target="../media/image62.png"/><Relationship Id="rId23" Type="http://schemas.openxmlformats.org/officeDocument/2006/relationships/image" Target="../media/image61.svg"/><Relationship Id="rId22" Type="http://schemas.openxmlformats.org/officeDocument/2006/relationships/image" Target="../media/image60.png"/><Relationship Id="rId21" Type="http://schemas.openxmlformats.org/officeDocument/2006/relationships/image" Target="../media/image59.svg"/><Relationship Id="rId20" Type="http://schemas.openxmlformats.org/officeDocument/2006/relationships/image" Target="../media/image58.png"/><Relationship Id="rId2" Type="http://schemas.openxmlformats.org/officeDocument/2006/relationships/image" Target="../media/image40.svg"/><Relationship Id="rId19" Type="http://schemas.openxmlformats.org/officeDocument/2006/relationships/image" Target="../media/image57.svg"/><Relationship Id="rId18" Type="http://schemas.openxmlformats.org/officeDocument/2006/relationships/image" Target="../media/image56.png"/><Relationship Id="rId17" Type="http://schemas.openxmlformats.org/officeDocument/2006/relationships/image" Target="../media/image55.svg"/><Relationship Id="rId16" Type="http://schemas.openxmlformats.org/officeDocument/2006/relationships/image" Target="../media/image54.png"/><Relationship Id="rId15" Type="http://schemas.openxmlformats.org/officeDocument/2006/relationships/image" Target="../media/image53.svg"/><Relationship Id="rId14" Type="http://schemas.openxmlformats.org/officeDocument/2006/relationships/image" Target="../media/image52.png"/><Relationship Id="rId13" Type="http://schemas.openxmlformats.org/officeDocument/2006/relationships/image" Target="../media/image51.svg"/><Relationship Id="rId12" Type="http://schemas.openxmlformats.org/officeDocument/2006/relationships/image" Target="../media/image50.svg"/><Relationship Id="rId11" Type="http://schemas.openxmlformats.org/officeDocument/2006/relationships/image" Target="../media/image49.png"/><Relationship Id="rId10" Type="http://schemas.openxmlformats.org/officeDocument/2006/relationships/image" Target="../media/image48.svg"/><Relationship Id="rId1" Type="http://schemas.openxmlformats.org/officeDocument/2006/relationships/image" Target="../media/image3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8.svg"/><Relationship Id="rId2" Type="http://schemas.openxmlformats.org/officeDocument/2006/relationships/image" Target="../media/image2.svg"/><Relationship Id="rId19" Type="http://schemas.openxmlformats.org/officeDocument/2006/relationships/image" Target="../media/image17.png"/><Relationship Id="rId18" Type="http://schemas.openxmlformats.org/officeDocument/2006/relationships/image" Target="../media/image69.svg"/><Relationship Id="rId17" Type="http://schemas.openxmlformats.org/officeDocument/2006/relationships/image" Target="../media/image68.png"/><Relationship Id="rId16" Type="http://schemas.openxmlformats.org/officeDocument/2006/relationships/image" Target="../media/image30.svg"/><Relationship Id="rId15" Type="http://schemas.openxmlformats.org/officeDocument/2006/relationships/image" Target="../media/image29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3.svg"/><Relationship Id="rId3" Type="http://schemas.openxmlformats.org/officeDocument/2006/relationships/image" Target="../media/image72.png"/><Relationship Id="rId2" Type="http://schemas.openxmlformats.org/officeDocument/2006/relationships/image" Target="../media/image71.svg"/><Relationship Id="rId1" Type="http://schemas.openxmlformats.org/officeDocument/2006/relationships/image" Target="../media/image7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80.svg"/><Relationship Id="rId6" Type="http://schemas.openxmlformats.org/officeDocument/2006/relationships/image" Target="../media/image79.png"/><Relationship Id="rId5" Type="http://schemas.openxmlformats.org/officeDocument/2006/relationships/image" Target="../media/image78.svg"/><Relationship Id="rId4" Type="http://schemas.openxmlformats.org/officeDocument/2006/relationships/image" Target="../media/image77.png"/><Relationship Id="rId3" Type="http://schemas.openxmlformats.org/officeDocument/2006/relationships/image" Target="../media/image76.jpeg"/><Relationship Id="rId2" Type="http://schemas.openxmlformats.org/officeDocument/2006/relationships/image" Target="../media/image75.png"/><Relationship Id="rId1" Type="http://schemas.openxmlformats.org/officeDocument/2006/relationships/image" Target="../media/image74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6.svg"/><Relationship Id="rId15" Type="http://schemas.openxmlformats.org/officeDocument/2006/relationships/image" Target="../media/image35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88.png"/><Relationship Id="rId8" Type="http://schemas.openxmlformats.org/officeDocument/2006/relationships/image" Target="../media/image87.svg"/><Relationship Id="rId7" Type="http://schemas.openxmlformats.org/officeDocument/2006/relationships/image" Target="../media/image86.png"/><Relationship Id="rId6" Type="http://schemas.openxmlformats.org/officeDocument/2006/relationships/image" Target="../media/image85.svg"/><Relationship Id="rId5" Type="http://schemas.openxmlformats.org/officeDocument/2006/relationships/image" Target="../media/image84.png"/><Relationship Id="rId4" Type="http://schemas.openxmlformats.org/officeDocument/2006/relationships/image" Target="../media/image83.svg"/><Relationship Id="rId3" Type="http://schemas.openxmlformats.org/officeDocument/2006/relationships/image" Target="../media/image82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99.svg"/><Relationship Id="rId2" Type="http://schemas.openxmlformats.org/officeDocument/2006/relationships/image" Target="../media/image81.svg"/><Relationship Id="rId19" Type="http://schemas.openxmlformats.org/officeDocument/2006/relationships/image" Target="../media/image98.png"/><Relationship Id="rId18" Type="http://schemas.openxmlformats.org/officeDocument/2006/relationships/image" Target="../media/image97.svg"/><Relationship Id="rId17" Type="http://schemas.openxmlformats.org/officeDocument/2006/relationships/image" Target="../media/image96.png"/><Relationship Id="rId16" Type="http://schemas.openxmlformats.org/officeDocument/2006/relationships/image" Target="../media/image95.svg"/><Relationship Id="rId15" Type="http://schemas.openxmlformats.org/officeDocument/2006/relationships/image" Target="../media/image94.png"/><Relationship Id="rId14" Type="http://schemas.openxmlformats.org/officeDocument/2006/relationships/image" Target="../media/image93.svg"/><Relationship Id="rId13" Type="http://schemas.openxmlformats.org/officeDocument/2006/relationships/image" Target="../media/image92.png"/><Relationship Id="rId12" Type="http://schemas.openxmlformats.org/officeDocument/2006/relationships/image" Target="../media/image91.svg"/><Relationship Id="rId11" Type="http://schemas.openxmlformats.org/officeDocument/2006/relationships/image" Target="../media/image90.png"/><Relationship Id="rId10" Type="http://schemas.openxmlformats.org/officeDocument/2006/relationships/image" Target="../media/image89.svg"/><Relationship Id="rId1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任意多边形 19"/>
          <p:cNvSpPr/>
          <p:nvPr/>
        </p:nvSpPr>
        <p:spPr>
          <a:xfrm>
            <a:off x="5297170" y="2616835"/>
            <a:ext cx="171967" cy="866775"/>
          </a:xfrm>
          <a:custGeom>
            <a:avLst/>
            <a:gdLst>
              <a:gd name="connsiteX0" fmla="*/ 0 w 270"/>
              <a:gd name="connsiteY0" fmla="*/ 0 h 1365"/>
              <a:gd name="connsiteX1" fmla="*/ 258 w 270"/>
              <a:gd name="connsiteY1" fmla="*/ 566 h 1365"/>
              <a:gd name="connsiteX2" fmla="*/ 67 w 270"/>
              <a:gd name="connsiteY2" fmla="*/ 1365 h 1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" h="1365">
                <a:moveTo>
                  <a:pt x="0" y="0"/>
                </a:moveTo>
                <a:cubicBezTo>
                  <a:pt x="108" y="95"/>
                  <a:pt x="193" y="296"/>
                  <a:pt x="258" y="566"/>
                </a:cubicBezTo>
                <a:cubicBezTo>
                  <a:pt x="324" y="837"/>
                  <a:pt x="116" y="1216"/>
                  <a:pt x="67" y="1365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943225" y="2286000"/>
            <a:ext cx="180000" cy="2761615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286000"/>
            <a:ext cx="180000" cy="2761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149600"/>
            <a:ext cx="180000" cy="1889760"/>
          </a:xfrm>
          <a:prstGeom prst="rect">
            <a:avLst/>
          </a:prstGeom>
          <a:solidFill>
            <a:srgbClr val="FAA09C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58953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54762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801745" y="229362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352806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3202940" y="355028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6" name="直接箭头连接符 25"/>
          <p:cNvCxnSpPr/>
          <p:nvPr/>
        </p:nvCxnSpPr>
        <p:spPr>
          <a:xfrm flipV="1">
            <a:off x="3202940" y="428879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466080" y="272605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171190" y="318452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171190" y="396049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190240" y="259270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328035" y="324485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46913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14528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S5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63920" y="41871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FAA09C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FAA09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FAA09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FAA09C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FAA09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3100" y="175260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36590" y="275780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3105150" y="400685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A new order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3202940" y="429958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58953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4" name="组合 13"/>
          <p:cNvGrpSpPr/>
          <p:nvPr/>
        </p:nvGrpSpPr>
        <p:grpSpPr>
          <a:xfrm>
            <a:off x="4953000" y="196850"/>
            <a:ext cx="5035550" cy="5035550"/>
            <a:chOff x="920" y="310"/>
            <a:chExt cx="7930" cy="7930"/>
          </a:xfrm>
        </p:grpSpPr>
        <p:pic>
          <p:nvPicPr>
            <p:cNvPr id="15" name="图片 14" descr="ef56901b-e67b-48c3-91cc-2ffb6efbef1e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20" y="310"/>
              <a:ext cx="7930" cy="7930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2"/>
            <a:srcRect l="-3754" t="-1049" r="-3228" b="-1375"/>
            <a:stretch>
              <a:fillRect/>
            </a:stretch>
          </p:blipFill>
          <p:spPr>
            <a:xfrm>
              <a:off x="3440" y="1324"/>
              <a:ext cx="2850" cy="5811"/>
            </a:xfrm>
            <a:prstGeom prst="roundRect">
              <a:avLst/>
            </a:prstGeom>
          </p:spPr>
        </p:pic>
      </p:grpSp>
      <p:pic>
        <p:nvPicPr>
          <p:cNvPr id="9" name="图片 8" descr="ef56901b-e67b-48c3-91cc-2ffb6efbef1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1800" y="196850"/>
            <a:ext cx="5035550" cy="5035550"/>
          </a:xfrm>
          <a:prstGeom prst="rect">
            <a:avLst/>
          </a:prstGeom>
        </p:spPr>
      </p:pic>
      <p:pic>
        <p:nvPicPr>
          <p:cNvPr id="10" name="图片 9" descr="D:/实验研究/论文研究/支付协议/支付协议/支付模型ppt/2.jpg2"/>
          <p:cNvPicPr>
            <a:picLocks noChangeAspect="1"/>
          </p:cNvPicPr>
          <p:nvPr/>
        </p:nvPicPr>
        <p:blipFill>
          <a:blip r:embed="rId3"/>
          <a:srcRect l="-2593" t="-2073" r="-2963" b="-1388"/>
          <a:stretch>
            <a:fillRect/>
          </a:stretch>
        </p:blipFill>
        <p:spPr>
          <a:xfrm>
            <a:off x="3308350" y="790575"/>
            <a:ext cx="1809750" cy="3740150"/>
          </a:xfrm>
          <a:prstGeom prst="roundRect">
            <a:avLst/>
          </a:prstGeom>
        </p:spPr>
      </p:pic>
      <p:pic>
        <p:nvPicPr>
          <p:cNvPr id="39" name="图片 38" descr="D:/实验研究/论文研究/支付协议/支付协议/支付模型ppt/序号1-01.svg序号1-01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3" b="23"/>
          <a:stretch>
            <a:fillRect/>
          </a:stretch>
        </p:blipFill>
        <p:spPr>
          <a:xfrm>
            <a:off x="5327650" y="1313815"/>
            <a:ext cx="360000" cy="360000"/>
          </a:xfrm>
          <a:prstGeom prst="rect">
            <a:avLst/>
          </a:prstGeom>
        </p:spPr>
      </p:pic>
      <p:pic>
        <p:nvPicPr>
          <p:cNvPr id="40" name="图片 39" descr="D:/实验研究/论文研究/支付协议/支付协议/支付模型ppt/序号2-01.svg序号2-01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23" b="23"/>
          <a:stretch>
            <a:fillRect/>
          </a:stretch>
        </p:blipFill>
        <p:spPr>
          <a:xfrm>
            <a:off x="8724265" y="1313815"/>
            <a:ext cx="360000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362</Words>
  <Application>WPS 演示</Application>
  <PresentationFormat>宽屏</PresentationFormat>
  <Paragraphs>52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邓起仪</cp:lastModifiedBy>
  <cp:revision>38</cp:revision>
  <dcterms:created xsi:type="dcterms:W3CDTF">2023-08-09T12:44:00Z</dcterms:created>
  <dcterms:modified xsi:type="dcterms:W3CDTF">2026-01-20T08:28:52Z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9F853C5A395843F0A32D8702CFAC8E30_12</vt:lpwstr>
  </property>
</Properties>
</file>