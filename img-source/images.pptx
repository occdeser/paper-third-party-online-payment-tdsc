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14" autoAdjust="0"/>
    <p:restoredTop sz="94660"/>
  </p:normalViewPr>
  <p:slideViewPr>
    <p:cSldViewPr snapToGrid="0" showGuides="1">
      <p:cViewPr varScale="1">
        <p:scale>
          <a:sx n="142" d="100"/>
          <a:sy n="142" d="100"/>
        </p:scale>
        <p:origin x="116" y="5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8" Type="http://schemas.openxmlformats.org/officeDocument/2006/relationships/image" Target="../media/image7.png"/><Relationship Id="rId3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6.svg"/><Relationship Id="rId2" Type="http://schemas.openxmlformats.org/officeDocument/2006/relationships/image" Target="../media/image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18" Type="http://schemas.openxmlformats.org/officeDocument/2006/relationships/image" Target="../media/image39.pn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19" Type="http://schemas.openxmlformats.org/officeDocument/2006/relationships/image" Target="../media/image40.sv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78127E82-514E-45A8-87F7-C9F151976A65}"/>
              </a:ext>
            </a:extLst>
          </p:cNvPr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F058D0B-CC37-47F7-B708-BA1314AA367F}"/>
              </a:ext>
            </a:extLst>
          </p:cNvPr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1640B0E-E954-4D1F-8A60-4CAF391D1578}"/>
              </a:ext>
            </a:extLst>
          </p:cNvPr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>
            <a:extLst>
              <a:ext uri="{FF2B5EF4-FFF2-40B4-BE49-F238E27FC236}">
                <a16:creationId xmlns:a16="http://schemas.microsoft.com/office/drawing/2014/main" id="{F709A72C-46F3-48EF-806F-85EF54184D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>
            <a:extLst>
              <a:ext uri="{FF2B5EF4-FFF2-40B4-BE49-F238E27FC236}">
                <a16:creationId xmlns:a16="http://schemas.microsoft.com/office/drawing/2014/main" id="{0E13A7F8-5FCA-4D79-AA2B-75093CA1BF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>
            <a:extLst>
              <a:ext uri="{FF2B5EF4-FFF2-40B4-BE49-F238E27FC236}">
                <a16:creationId xmlns:a16="http://schemas.microsoft.com/office/drawing/2014/main" id="{903E4567-98FB-4436-968B-209CCB89736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972A4141-7370-4B6F-BE63-F326393C3C21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>
            <a:extLst>
              <a:ext uri="{FF2B5EF4-FFF2-40B4-BE49-F238E27FC236}">
                <a16:creationId xmlns:a16="http://schemas.microsoft.com/office/drawing/2014/main" id="{B4CEEAB4-1F2A-41FE-8874-A5FC7E1B5CA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>
            <a:extLst>
              <a:ext uri="{FF2B5EF4-FFF2-40B4-BE49-F238E27FC236}">
                <a16:creationId xmlns:a16="http://schemas.microsoft.com/office/drawing/2014/main" id="{E7D1E321-67B7-4F9E-88C5-8DD0EEFDB141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>
            <a:extLst>
              <a:ext uri="{FF2B5EF4-FFF2-40B4-BE49-F238E27FC236}">
                <a16:creationId xmlns:a16="http://schemas.microsoft.com/office/drawing/2014/main" id="{99189C37-471A-485F-8C3C-9876ED266831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>
            <a:extLst>
              <a:ext uri="{FF2B5EF4-FFF2-40B4-BE49-F238E27FC236}">
                <a16:creationId xmlns:a16="http://schemas.microsoft.com/office/drawing/2014/main" id="{6011EAF7-D0B2-4347-A0D0-726CDFA8C2B8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>
            <a:extLst>
              <a:ext uri="{FF2B5EF4-FFF2-40B4-BE49-F238E27FC236}">
                <a16:creationId xmlns:a16="http://schemas.microsoft.com/office/drawing/2014/main" id="{1E67C488-00A4-49F1-8DB5-6952233487B4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>
            <a:extLst>
              <a:ext uri="{FF2B5EF4-FFF2-40B4-BE49-F238E27FC236}">
                <a16:creationId xmlns:a16="http://schemas.microsoft.com/office/drawing/2014/main" id="{2CB17BE4-65F4-4DDC-AB38-AF6E8F1E378E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>
            <a:extLst>
              <a:ext uri="{FF2B5EF4-FFF2-40B4-BE49-F238E27FC236}">
                <a16:creationId xmlns:a16="http://schemas.microsoft.com/office/drawing/2014/main" id="{75B7FBF3-5E40-43C4-B42A-BD6B14F32D8A}"/>
              </a:ext>
            </a:extLst>
          </p:cNvPr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>
            <a:extLst>
              <a:ext uri="{FF2B5EF4-FFF2-40B4-BE49-F238E27FC236}">
                <a16:creationId xmlns:a16="http://schemas.microsoft.com/office/drawing/2014/main" id="{B38A511F-93C9-45F3-9C2F-86277DF1DBA3}"/>
              </a:ext>
            </a:extLst>
          </p:cNvPr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>
            <a:extLst>
              <a:ext uri="{FF2B5EF4-FFF2-40B4-BE49-F238E27FC236}">
                <a16:creationId xmlns:a16="http://schemas.microsoft.com/office/drawing/2014/main" id="{83214B05-CE6D-40B9-9607-EE22E3FB21A4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>
            <a:extLst>
              <a:ext uri="{FF2B5EF4-FFF2-40B4-BE49-F238E27FC236}">
                <a16:creationId xmlns:a16="http://schemas.microsoft.com/office/drawing/2014/main" id="{65E3B1CB-2B52-4E61-B0EB-47453F91C360}"/>
              </a:ext>
            </a:extLst>
          </p:cNvPr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10F235AD-DDF0-413D-A163-1200AA5AD044}"/>
              </a:ext>
            </a:extLst>
          </p:cNvPr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91AE917B-3FAD-476F-8961-019BF79C5DE9}"/>
              </a:ext>
            </a:extLst>
          </p:cNvPr>
          <p:cNvCxnSpPr>
            <a:cxnSpLocks/>
          </p:cNvCxnSpPr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0ED997FD-F973-4CAD-99C5-D84883D99F37}"/>
              </a:ext>
            </a:extLst>
          </p:cNvPr>
          <p:cNvCxnSpPr>
            <a:cxnSpLocks/>
          </p:cNvCxnSpPr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345F753E-86DB-46BD-996E-5F55BC765A6C}"/>
              </a:ext>
            </a:extLst>
          </p:cNvPr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4431B7EF-222B-4EBC-9952-2526C7A46FD9}"/>
                </a:ext>
              </a:extLst>
            </p:cNvPr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>
              <a:extLst>
                <a:ext uri="{FF2B5EF4-FFF2-40B4-BE49-F238E27FC236}">
                  <a16:creationId xmlns:a16="http://schemas.microsoft.com/office/drawing/2014/main" id="{9381083B-47A1-448E-B3B1-8F33D7BF399E}"/>
                </a:ext>
              </a:extLst>
            </p:cNvPr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>
              <a:extLst>
                <a:ext uri="{FF2B5EF4-FFF2-40B4-BE49-F238E27FC236}">
                  <a16:creationId xmlns:a16="http://schemas.microsoft.com/office/drawing/2014/main" id="{79FE7576-14E9-48BD-94D3-742DBA44FDD5}"/>
                </a:ext>
              </a:extLst>
            </p:cNvPr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C3ACBF8A-771D-47A5-8370-D248465BB4C9}"/>
                </a:ext>
              </a:extLst>
            </p:cNvPr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>
            <a:extLst>
              <a:ext uri="{FF2B5EF4-FFF2-40B4-BE49-F238E27FC236}">
                <a16:creationId xmlns:a16="http://schemas.microsoft.com/office/drawing/2014/main" id="{08D8EFF5-30EC-4177-AECA-192E23612231}"/>
              </a:ext>
            </a:extLst>
          </p:cNvPr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>
            <a:extLst>
              <a:ext uri="{FF2B5EF4-FFF2-40B4-BE49-F238E27FC236}">
                <a16:creationId xmlns:a16="http://schemas.microsoft.com/office/drawing/2014/main" id="{55D532EC-2887-4A8D-9D24-348A1910FA65}"/>
              </a:ext>
            </a:extLst>
          </p:cNvPr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>
            <a:extLst>
              <a:ext uri="{FF2B5EF4-FFF2-40B4-BE49-F238E27FC236}">
                <a16:creationId xmlns:a16="http://schemas.microsoft.com/office/drawing/2014/main" id="{09197C0F-A9DB-4A32-BF85-27194108DC33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>
            <a:extLst>
              <a:ext uri="{FF2B5EF4-FFF2-40B4-BE49-F238E27FC236}">
                <a16:creationId xmlns:a16="http://schemas.microsoft.com/office/drawing/2014/main" id="{D1C7CCB9-B439-47DB-B470-91D8FF54DBD8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43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BB9D3B68-A8D6-44CD-8B81-6ED116E58A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75385AB8-939E-44DA-ACDB-7031E32663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44B072C-BABD-4291-96B5-5770CF184958}"/>
              </a:ext>
            </a:extLst>
          </p:cNvPr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B92E4E53-D55A-4799-A765-82D43E0C8FD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C06C01B9-3380-4991-8630-4C02F80A7B9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D52C92ED-B761-45CD-B8C6-CEE6CA25D9B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95F0369A-BC2F-49E8-A2CB-8394A2E4E8B3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082CE4FA-6FD3-499E-84AE-BD5771E3E03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BCD11C9B-3887-455E-A57E-5568D31DD587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DC3881-56D7-47A3-AD49-C64C1EA78E23}"/>
              </a:ext>
            </a:extLst>
          </p:cNvPr>
          <p:cNvCxnSpPr>
            <a:cxnSpLocks/>
          </p:cNvCxnSpPr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9254353-8002-4DA4-A0C0-ED85CDB2BA21}"/>
              </a:ext>
            </a:extLst>
          </p:cNvPr>
          <p:cNvCxnSpPr>
            <a:cxnSpLocks/>
          </p:cNvCxnSpPr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BA514BE7-572E-4D2A-B6D5-618C638F2146}"/>
              </a:ext>
            </a:extLst>
          </p:cNvPr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D094091-227D-4C59-AF51-27B2E7456E6C}"/>
              </a:ext>
            </a:extLst>
          </p:cNvPr>
          <p:cNvCxnSpPr>
            <a:cxnSpLocks/>
          </p:cNvCxnSpPr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5E8AD09-7435-4480-9BAE-FE550F16F1D5}"/>
              </a:ext>
            </a:extLst>
          </p:cNvPr>
          <p:cNvCxnSpPr>
            <a:cxnSpLocks/>
          </p:cNvCxnSpPr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8C627FC-47EF-4127-9325-1B948DB3509D}"/>
              </a:ext>
            </a:extLst>
          </p:cNvPr>
          <p:cNvCxnSpPr>
            <a:cxnSpLocks/>
          </p:cNvCxnSpPr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58B4BD1-DCD3-43E6-A0E4-BA87D7E22145}"/>
              </a:ext>
            </a:extLst>
          </p:cNvPr>
          <p:cNvCxnSpPr>
            <a:cxnSpLocks/>
          </p:cNvCxnSpPr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71A1DE4-9387-4BF5-B7F3-FB59587699DE}"/>
              </a:ext>
            </a:extLst>
          </p:cNvPr>
          <p:cNvCxnSpPr>
            <a:cxnSpLocks/>
          </p:cNvCxnSpPr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05931D8D-670D-49FE-BAC8-89A875901535}"/>
              </a:ext>
            </a:extLst>
          </p:cNvPr>
          <p:cNvCxnSpPr>
            <a:cxnSpLocks/>
          </p:cNvCxnSpPr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03FF5246-B4E8-4459-A3ED-794EF7208ABF}"/>
              </a:ext>
            </a:extLst>
          </p:cNvPr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D021A613-0F8E-4627-8ED8-AD0A2E73F219}"/>
                </a:ext>
              </a:extLst>
            </p:cNvPr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>
              <a:extLst>
                <a:ext uri="{FF2B5EF4-FFF2-40B4-BE49-F238E27FC236}">
                  <a16:creationId xmlns:a16="http://schemas.microsoft.com/office/drawing/2014/main" id="{AB0A2877-324A-4873-B26C-DF9457CC4923}"/>
                </a:ext>
              </a:extLst>
            </p:cNvPr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EBAB0F6F-B431-4563-BA08-962BD7918554}"/>
                </a:ext>
              </a:extLst>
            </p:cNvPr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A3A94F5A-FB8A-4996-BE09-370A6B3988E3}"/>
                </a:ext>
              </a:extLst>
            </p:cNvPr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FD128A6-C55E-4E2F-B947-EC3C21E4E9F5}"/>
              </a:ext>
            </a:extLst>
          </p:cNvPr>
          <p:cNvCxnSpPr>
            <a:cxnSpLocks/>
          </p:cNvCxnSpPr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832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BB9D3B68-A8D6-44CD-8B81-6ED116E58A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75385AB8-939E-44DA-ACDB-7031E32663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44B072C-BABD-4291-96B5-5770CF184958}"/>
              </a:ext>
            </a:extLst>
          </p:cNvPr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B92E4E53-D55A-4799-A765-82D43E0C8FD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C06C01B9-3380-4991-8630-4C02F80A7B9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D52C92ED-B761-45CD-B8C6-CEE6CA25D9B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95F0369A-BC2F-49E8-A2CB-8394A2E4E8B3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082CE4FA-6FD3-499E-84AE-BD5771E3E03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BCD11C9B-3887-455E-A57E-5568D31DD587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DC3881-56D7-47A3-AD49-C64C1EA78E23}"/>
              </a:ext>
            </a:extLst>
          </p:cNvPr>
          <p:cNvCxnSpPr>
            <a:cxnSpLocks/>
          </p:cNvCxnSpPr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9254353-8002-4DA4-A0C0-ED85CDB2BA21}"/>
              </a:ext>
            </a:extLst>
          </p:cNvPr>
          <p:cNvCxnSpPr>
            <a:cxnSpLocks/>
          </p:cNvCxnSpPr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BA514BE7-572E-4D2A-B6D5-618C638F2146}"/>
              </a:ext>
            </a:extLst>
          </p:cNvPr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D094091-227D-4C59-AF51-27B2E7456E6C}"/>
              </a:ext>
            </a:extLst>
          </p:cNvPr>
          <p:cNvCxnSpPr>
            <a:cxnSpLocks/>
          </p:cNvCxnSpPr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5E8AD09-7435-4480-9BAE-FE550F16F1D5}"/>
              </a:ext>
            </a:extLst>
          </p:cNvPr>
          <p:cNvCxnSpPr>
            <a:cxnSpLocks/>
          </p:cNvCxnSpPr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8C627FC-47EF-4127-9325-1B948DB3509D}"/>
              </a:ext>
            </a:extLst>
          </p:cNvPr>
          <p:cNvCxnSpPr>
            <a:cxnSpLocks/>
          </p:cNvCxnSpPr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58B4BD1-DCD3-43E6-A0E4-BA87D7E22145}"/>
              </a:ext>
            </a:extLst>
          </p:cNvPr>
          <p:cNvCxnSpPr>
            <a:cxnSpLocks/>
          </p:cNvCxnSpPr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71A1DE4-9387-4BF5-B7F3-FB59587699DE}"/>
              </a:ext>
            </a:extLst>
          </p:cNvPr>
          <p:cNvCxnSpPr>
            <a:cxnSpLocks/>
          </p:cNvCxnSpPr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05931D8D-670D-49FE-BAC8-89A875901535}"/>
              </a:ext>
            </a:extLst>
          </p:cNvPr>
          <p:cNvCxnSpPr>
            <a:cxnSpLocks/>
          </p:cNvCxnSpPr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>
            <a:extLst>
              <a:ext uri="{FF2B5EF4-FFF2-40B4-BE49-F238E27FC236}">
                <a16:creationId xmlns:a16="http://schemas.microsoft.com/office/drawing/2014/main" id="{ACC1E1F4-3BDF-448C-B2F9-85039A4C73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0981F5AB-AF89-4639-A248-749F459D1D8C}"/>
              </a:ext>
            </a:extLst>
          </p:cNvPr>
          <p:cNvCxnSpPr>
            <a:cxnSpLocks/>
          </p:cNvCxnSpPr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987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BB9D3B68-A8D6-44CD-8B81-6ED116E58A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75385AB8-939E-44DA-ACDB-7031E32663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44B072C-BABD-4291-96B5-5770CF184958}"/>
              </a:ext>
            </a:extLst>
          </p:cNvPr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B92E4E53-D55A-4799-A765-82D43E0C8FD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>
            <a:extLst>
              <a:ext uri="{FF2B5EF4-FFF2-40B4-BE49-F238E27FC236}">
                <a16:creationId xmlns:a16="http://schemas.microsoft.com/office/drawing/2014/main" id="{C06C01B9-3380-4991-8630-4C02F80A7B9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D52C92ED-B761-45CD-B8C6-CEE6CA25D9B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95F0369A-BC2F-49E8-A2CB-8394A2E4E8B3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082CE4FA-6FD3-499E-84AE-BD5771E3E03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>
            <a:extLst>
              <a:ext uri="{FF2B5EF4-FFF2-40B4-BE49-F238E27FC236}">
                <a16:creationId xmlns:a16="http://schemas.microsoft.com/office/drawing/2014/main" id="{BCD11C9B-3887-455E-A57E-5568D31DD587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9DC3881-56D7-47A3-AD49-C64C1EA78E23}"/>
              </a:ext>
            </a:extLst>
          </p:cNvPr>
          <p:cNvCxnSpPr>
            <a:cxnSpLocks/>
          </p:cNvCxnSpPr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9254353-8002-4DA4-A0C0-ED85CDB2BA21}"/>
              </a:ext>
            </a:extLst>
          </p:cNvPr>
          <p:cNvCxnSpPr>
            <a:cxnSpLocks/>
          </p:cNvCxnSpPr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BA514BE7-572E-4D2A-B6D5-618C638F2146}"/>
              </a:ext>
            </a:extLst>
          </p:cNvPr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D094091-227D-4C59-AF51-27B2E7456E6C}"/>
              </a:ext>
            </a:extLst>
          </p:cNvPr>
          <p:cNvCxnSpPr>
            <a:cxnSpLocks/>
          </p:cNvCxnSpPr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5E8AD09-7435-4480-9BAE-FE550F16F1D5}"/>
              </a:ext>
            </a:extLst>
          </p:cNvPr>
          <p:cNvCxnSpPr>
            <a:cxnSpLocks/>
          </p:cNvCxnSpPr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8C627FC-47EF-4127-9325-1B948DB3509D}"/>
              </a:ext>
            </a:extLst>
          </p:cNvPr>
          <p:cNvCxnSpPr>
            <a:cxnSpLocks/>
          </p:cNvCxnSpPr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58B4BD1-DCD3-43E6-A0E4-BA87D7E22145}"/>
              </a:ext>
            </a:extLst>
          </p:cNvPr>
          <p:cNvCxnSpPr>
            <a:cxnSpLocks/>
          </p:cNvCxnSpPr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71A1DE4-9387-4BF5-B7F3-FB59587699DE}"/>
              </a:ext>
            </a:extLst>
          </p:cNvPr>
          <p:cNvCxnSpPr>
            <a:cxnSpLocks/>
          </p:cNvCxnSpPr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05931D8D-670D-49FE-BAC8-89A875901535}"/>
              </a:ext>
            </a:extLst>
          </p:cNvPr>
          <p:cNvCxnSpPr>
            <a:cxnSpLocks/>
          </p:cNvCxnSpPr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>
            <a:extLst>
              <a:ext uri="{FF2B5EF4-FFF2-40B4-BE49-F238E27FC236}">
                <a16:creationId xmlns:a16="http://schemas.microsoft.com/office/drawing/2014/main" id="{D6EFB7A6-8DE0-4EF1-B913-DAAA31556BED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>
            <a:extLst>
              <a:ext uri="{FF2B5EF4-FFF2-40B4-BE49-F238E27FC236}">
                <a16:creationId xmlns:a16="http://schemas.microsoft.com/office/drawing/2014/main" id="{08AB2EBB-1C77-4251-B7A7-D6B1E4D2496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C9F7479C-11EB-49E8-886F-53618BFFDFF6}"/>
              </a:ext>
            </a:extLst>
          </p:cNvPr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60DA36C-6BD7-44E9-A5EC-8B95A7E28BD2}"/>
              </a:ext>
            </a:extLst>
          </p:cNvPr>
          <p:cNvCxnSpPr>
            <a:cxnSpLocks/>
          </p:cNvCxnSpPr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D91E4791-2F13-478A-9A4B-5DC217A8BB6C}"/>
              </a:ext>
            </a:extLst>
          </p:cNvPr>
          <p:cNvCxnSpPr>
            <a:cxnSpLocks/>
          </p:cNvCxnSpPr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230587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837</TotalTime>
  <Words>0</Words>
  <Application>Microsoft Office PowerPoint</Application>
  <PresentationFormat>宽屏</PresentationFormat>
  <Paragraphs>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永康 肖</cp:lastModifiedBy>
  <cp:revision>16</cp:revision>
  <dcterms:created xsi:type="dcterms:W3CDTF">2023-08-09T12:44:00Z</dcterms:created>
  <dcterms:modified xsi:type="dcterms:W3CDTF">2026-01-12T02:29:24Z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