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01.svg" ContentType="image/svg+xml"/>
  <Override PartName="/ppt/media/image104.svg" ContentType="image/svg+xml"/>
  <Override PartName="/ppt/media/image106.svg" ContentType="image/svg+xml"/>
  <Override PartName="/ppt/media/image109.svg" ContentType="image/svg+xml"/>
  <Override PartName="/ppt/media/image111.svg" ContentType="image/svg+xml"/>
  <Override PartName="/ppt/media/image113.svg" ContentType="image/svg+xml"/>
  <Override PartName="/ppt/media/image115.svg" ContentType="image/svg+xml"/>
  <Override PartName="/ppt/media/image117.svg" ContentType="image/svg+xml"/>
  <Override PartName="/ppt/media/image119.svg" ContentType="image/svg+xml"/>
  <Override PartName="/ppt/media/image12.svg" ContentType="image/svg+xml"/>
  <Override PartName="/ppt/media/image121.svg" ContentType="image/svg+xml"/>
  <Override PartName="/ppt/media/image123.svg" ContentType="image/svg+xml"/>
  <Override PartName="/ppt/media/image125.svg" ContentType="image/svg+xml"/>
  <Override PartName="/ppt/media/image127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1.svg" ContentType="image/svg+xml"/>
  <Override PartName="/ppt/media/image53.svg" ContentType="image/svg+xml"/>
  <Override PartName="/ppt/media/image55.svg" ContentType="image/svg+xml"/>
  <Override PartName="/ppt/media/image57.svg" ContentType="image/svg+xml"/>
  <Override PartName="/ppt/media/image59.svg" ContentType="image/svg+xml"/>
  <Override PartName="/ppt/media/image6.svg" ContentType="image/svg+xml"/>
  <Override PartName="/ppt/media/image61.svg" ContentType="image/svg+xml"/>
  <Override PartName="/ppt/media/image63.svg" ContentType="image/svg+xml"/>
  <Override PartName="/ppt/media/image65.svg" ContentType="image/svg+xml"/>
  <Override PartName="/ppt/media/image67.svg" ContentType="image/svg+xml"/>
  <Override PartName="/ppt/media/image68.svg" ContentType="image/svg+xml"/>
  <Override PartName="/ppt/media/image70.svg" ContentType="image/svg+xml"/>
  <Override PartName="/ppt/media/image71.svg" ContentType="image/svg+xml"/>
  <Override PartName="/ppt/media/image72.svg" ContentType="image/svg+xml"/>
  <Override PartName="/ppt/media/image73.svg" ContentType="image/svg+xml"/>
  <Override PartName="/ppt/media/image74.svg" ContentType="image/svg+xml"/>
  <Override PartName="/ppt/media/image75.svg" ContentType="image/svg+xml"/>
  <Override PartName="/ppt/media/image76.svg" ContentType="image/svg+xml"/>
  <Override PartName="/ppt/media/image77.svg" ContentType="image/svg+xml"/>
  <Override PartName="/ppt/media/image78.svg" ContentType="image/svg+xml"/>
  <Override PartName="/ppt/media/image79.svg" ContentType="image/svg+xml"/>
  <Override PartName="/ppt/media/image8.svg" ContentType="image/svg+xml"/>
  <Override PartName="/ppt/media/image80.svg" ContentType="image/svg+xml"/>
  <Override PartName="/ppt/media/image81.svg" ContentType="image/svg+xml"/>
  <Override PartName="/ppt/media/image82.svg" ContentType="image/svg+xml"/>
  <Override PartName="/ppt/media/image83.svg" ContentType="image/svg+xml"/>
  <Override PartName="/ppt/media/image84.svg" ContentType="image/svg+xml"/>
  <Override PartName="/ppt/media/image85.svg" ContentType="image/svg+xml"/>
  <Override PartName="/ppt/media/image87.svg" ContentType="image/svg+xml"/>
  <Override PartName="/ppt/media/image89.svg" ContentType="image/svg+xml"/>
  <Override PartName="/ppt/media/image91.svg" ContentType="image/svg+xml"/>
  <Override PartName="/ppt/media/image93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3"/>
    <p:sldId id="260" r:id="rId4"/>
    <p:sldId id="266" r:id="rId5"/>
    <p:sldId id="270" r:id="rId6"/>
    <p:sldId id="268" r:id="rId7"/>
    <p:sldId id="259" r:id="rId8"/>
    <p:sldId id="264" r:id="rId9"/>
    <p:sldId id="261" r:id="rId11"/>
    <p:sldId id="262" r:id="rId12"/>
    <p:sldId id="265" r:id="rId13"/>
    <p:sldId id="257" r:id="rId14"/>
    <p:sldId id="258" r:id="rId15"/>
    <p:sldId id="263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6" userDrawn="1">
          <p15:clr>
            <a:srgbClr val="A4A3A4"/>
          </p15:clr>
        </p15:guide>
        <p15:guide id="2" pos="4974" userDrawn="1">
          <p15:clr>
            <a:srgbClr val="A4A3A4"/>
          </p15:clr>
        </p15:guide>
        <p15:guide id="3" orient="horz" pos="451" userDrawn="1">
          <p15:clr>
            <a:srgbClr val="A4A3A4"/>
          </p15:clr>
        </p15:guide>
        <p15:guide id="4" pos="276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54A1"/>
    <a:srgbClr val="4A5F7E"/>
    <a:srgbClr val="668BAB"/>
    <a:srgbClr val="5A8C78"/>
    <a:srgbClr val="EAEAEA"/>
    <a:srgbClr val="C8C8C8"/>
    <a:srgbClr val="828282"/>
    <a:srgbClr val="AC1F18"/>
    <a:srgbClr val="FAA09C"/>
    <a:srgbClr val="B565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62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2200" y="1456"/>
      </p:cViewPr>
      <p:guideLst>
        <p:guide orient="horz" pos="1366"/>
        <p:guide pos="4974"/>
        <p:guide orient="horz" pos="451"/>
        <p:guide pos="276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svg"/><Relationship Id="rId7" Type="http://schemas.openxmlformats.org/officeDocument/2006/relationships/image" Target="../media/image7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39" Type="http://schemas.openxmlformats.org/officeDocument/2006/relationships/slideLayout" Target="../slideLayouts/slideLayout1.xml"/><Relationship Id="rId38" Type="http://schemas.openxmlformats.org/officeDocument/2006/relationships/image" Target="../media/image38.svg"/><Relationship Id="rId37" Type="http://schemas.openxmlformats.org/officeDocument/2006/relationships/image" Target="../media/image37.png"/><Relationship Id="rId36" Type="http://schemas.openxmlformats.org/officeDocument/2006/relationships/image" Target="../media/image36.svg"/><Relationship Id="rId35" Type="http://schemas.openxmlformats.org/officeDocument/2006/relationships/image" Target="../media/image35.png"/><Relationship Id="rId34" Type="http://schemas.openxmlformats.org/officeDocument/2006/relationships/image" Target="../media/image34.svg"/><Relationship Id="rId33" Type="http://schemas.openxmlformats.org/officeDocument/2006/relationships/image" Target="../media/image33.png"/><Relationship Id="rId32" Type="http://schemas.openxmlformats.org/officeDocument/2006/relationships/image" Target="../media/image32.svg"/><Relationship Id="rId31" Type="http://schemas.openxmlformats.org/officeDocument/2006/relationships/image" Target="../media/image31.png"/><Relationship Id="rId30" Type="http://schemas.openxmlformats.org/officeDocument/2006/relationships/image" Target="../media/image30.svg"/><Relationship Id="rId3" Type="http://schemas.openxmlformats.org/officeDocument/2006/relationships/image" Target="../media/image3.png"/><Relationship Id="rId29" Type="http://schemas.openxmlformats.org/officeDocument/2006/relationships/image" Target="../media/image29.png"/><Relationship Id="rId28" Type="http://schemas.openxmlformats.org/officeDocument/2006/relationships/image" Target="../media/image28.svg"/><Relationship Id="rId27" Type="http://schemas.openxmlformats.org/officeDocument/2006/relationships/image" Target="../media/image27.png"/><Relationship Id="rId26" Type="http://schemas.openxmlformats.org/officeDocument/2006/relationships/image" Target="../media/image26.svg"/><Relationship Id="rId25" Type="http://schemas.openxmlformats.org/officeDocument/2006/relationships/image" Target="../media/image25.png"/><Relationship Id="rId24" Type="http://schemas.openxmlformats.org/officeDocument/2006/relationships/image" Target="../media/image24.svg"/><Relationship Id="rId23" Type="http://schemas.openxmlformats.org/officeDocument/2006/relationships/image" Target="../media/image23.png"/><Relationship Id="rId22" Type="http://schemas.openxmlformats.org/officeDocument/2006/relationships/image" Target="../media/image22.svg"/><Relationship Id="rId21" Type="http://schemas.openxmlformats.org/officeDocument/2006/relationships/image" Target="../media/image21.png"/><Relationship Id="rId20" Type="http://schemas.openxmlformats.org/officeDocument/2006/relationships/image" Target="../media/image20.svg"/><Relationship Id="rId2" Type="http://schemas.openxmlformats.org/officeDocument/2006/relationships/image" Target="../media/image2.svg"/><Relationship Id="rId19" Type="http://schemas.openxmlformats.org/officeDocument/2006/relationships/image" Target="../media/image19.png"/><Relationship Id="rId18" Type="http://schemas.openxmlformats.org/officeDocument/2006/relationships/image" Target="../media/image18.svg"/><Relationship Id="rId17" Type="http://schemas.openxmlformats.org/officeDocument/2006/relationships/image" Target="../media/image17.png"/><Relationship Id="rId16" Type="http://schemas.openxmlformats.org/officeDocument/2006/relationships/image" Target="../media/image16.svg"/><Relationship Id="rId15" Type="http://schemas.openxmlformats.org/officeDocument/2006/relationships/image" Target="../media/image15.png"/><Relationship Id="rId14" Type="http://schemas.openxmlformats.org/officeDocument/2006/relationships/image" Target="../media/image14.svg"/><Relationship Id="rId13" Type="http://schemas.openxmlformats.org/officeDocument/2006/relationships/image" Target="../media/image13.png"/><Relationship Id="rId12" Type="http://schemas.openxmlformats.org/officeDocument/2006/relationships/image" Target="../media/image12.svg"/><Relationship Id="rId11" Type="http://schemas.openxmlformats.org/officeDocument/2006/relationships/image" Target="../media/image11.png"/><Relationship Id="rId10" Type="http://schemas.openxmlformats.org/officeDocument/2006/relationships/image" Target="../media/image10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47.png"/><Relationship Id="rId8" Type="http://schemas.openxmlformats.org/officeDocument/2006/relationships/image" Target="../media/image46.svg"/><Relationship Id="rId7" Type="http://schemas.openxmlformats.org/officeDocument/2006/relationships/image" Target="../media/image45.png"/><Relationship Id="rId6" Type="http://schemas.openxmlformats.org/officeDocument/2006/relationships/image" Target="../media/image44.svg"/><Relationship Id="rId5" Type="http://schemas.openxmlformats.org/officeDocument/2006/relationships/image" Target="../media/image43.png"/><Relationship Id="rId4" Type="http://schemas.openxmlformats.org/officeDocument/2006/relationships/image" Target="../media/image42.svg"/><Relationship Id="rId30" Type="http://schemas.openxmlformats.org/officeDocument/2006/relationships/slideLayout" Target="../slideLayouts/slideLayout1.xml"/><Relationship Id="rId3" Type="http://schemas.openxmlformats.org/officeDocument/2006/relationships/image" Target="../media/image41.png"/><Relationship Id="rId29" Type="http://schemas.openxmlformats.org/officeDocument/2006/relationships/image" Target="../media/image67.svg"/><Relationship Id="rId28" Type="http://schemas.openxmlformats.org/officeDocument/2006/relationships/image" Target="../media/image66.png"/><Relationship Id="rId27" Type="http://schemas.openxmlformats.org/officeDocument/2006/relationships/image" Target="../media/image65.svg"/><Relationship Id="rId26" Type="http://schemas.openxmlformats.org/officeDocument/2006/relationships/image" Target="../media/image64.png"/><Relationship Id="rId25" Type="http://schemas.openxmlformats.org/officeDocument/2006/relationships/image" Target="../media/image63.svg"/><Relationship Id="rId24" Type="http://schemas.openxmlformats.org/officeDocument/2006/relationships/image" Target="../media/image62.png"/><Relationship Id="rId23" Type="http://schemas.openxmlformats.org/officeDocument/2006/relationships/image" Target="../media/image61.svg"/><Relationship Id="rId22" Type="http://schemas.openxmlformats.org/officeDocument/2006/relationships/image" Target="../media/image60.png"/><Relationship Id="rId21" Type="http://schemas.openxmlformats.org/officeDocument/2006/relationships/image" Target="../media/image59.svg"/><Relationship Id="rId20" Type="http://schemas.openxmlformats.org/officeDocument/2006/relationships/image" Target="../media/image58.png"/><Relationship Id="rId2" Type="http://schemas.openxmlformats.org/officeDocument/2006/relationships/image" Target="../media/image40.svg"/><Relationship Id="rId19" Type="http://schemas.openxmlformats.org/officeDocument/2006/relationships/image" Target="../media/image57.svg"/><Relationship Id="rId18" Type="http://schemas.openxmlformats.org/officeDocument/2006/relationships/image" Target="../media/image56.png"/><Relationship Id="rId17" Type="http://schemas.openxmlformats.org/officeDocument/2006/relationships/image" Target="../media/image55.svg"/><Relationship Id="rId16" Type="http://schemas.openxmlformats.org/officeDocument/2006/relationships/image" Target="../media/image54.png"/><Relationship Id="rId15" Type="http://schemas.openxmlformats.org/officeDocument/2006/relationships/image" Target="../media/image53.svg"/><Relationship Id="rId14" Type="http://schemas.openxmlformats.org/officeDocument/2006/relationships/image" Target="../media/image52.png"/><Relationship Id="rId13" Type="http://schemas.openxmlformats.org/officeDocument/2006/relationships/image" Target="../media/image51.svg"/><Relationship Id="rId12" Type="http://schemas.openxmlformats.org/officeDocument/2006/relationships/image" Target="../media/image50.svg"/><Relationship Id="rId11" Type="http://schemas.openxmlformats.org/officeDocument/2006/relationships/image" Target="../media/image49.png"/><Relationship Id="rId10" Type="http://schemas.openxmlformats.org/officeDocument/2006/relationships/image" Target="../media/image48.svg"/><Relationship Id="rId1" Type="http://schemas.openxmlformats.org/officeDocument/2006/relationships/image" Target="../media/image39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47.png"/><Relationship Id="rId8" Type="http://schemas.openxmlformats.org/officeDocument/2006/relationships/image" Target="../media/image46.svg"/><Relationship Id="rId7" Type="http://schemas.openxmlformats.org/officeDocument/2006/relationships/image" Target="../media/image45.png"/><Relationship Id="rId6" Type="http://schemas.openxmlformats.org/officeDocument/2006/relationships/image" Target="../media/image71.svg"/><Relationship Id="rId5" Type="http://schemas.openxmlformats.org/officeDocument/2006/relationships/image" Target="../media/image43.png"/><Relationship Id="rId4" Type="http://schemas.openxmlformats.org/officeDocument/2006/relationships/image" Target="../media/image70.svg"/><Relationship Id="rId3" Type="http://schemas.openxmlformats.org/officeDocument/2006/relationships/image" Target="../media/image69.png"/><Relationship Id="rId28" Type="http://schemas.openxmlformats.org/officeDocument/2006/relationships/slideLayout" Target="../slideLayouts/slideLayout1.xml"/><Relationship Id="rId27" Type="http://schemas.openxmlformats.org/officeDocument/2006/relationships/image" Target="../media/image65.svg"/><Relationship Id="rId26" Type="http://schemas.openxmlformats.org/officeDocument/2006/relationships/image" Target="../media/image64.png"/><Relationship Id="rId25" Type="http://schemas.openxmlformats.org/officeDocument/2006/relationships/image" Target="../media/image63.svg"/><Relationship Id="rId24" Type="http://schemas.openxmlformats.org/officeDocument/2006/relationships/image" Target="../media/image62.png"/><Relationship Id="rId23" Type="http://schemas.openxmlformats.org/officeDocument/2006/relationships/image" Target="../media/image61.svg"/><Relationship Id="rId22" Type="http://schemas.openxmlformats.org/officeDocument/2006/relationships/image" Target="../media/image60.png"/><Relationship Id="rId21" Type="http://schemas.openxmlformats.org/officeDocument/2006/relationships/image" Target="../media/image59.svg"/><Relationship Id="rId20" Type="http://schemas.openxmlformats.org/officeDocument/2006/relationships/image" Target="../media/image58.png"/><Relationship Id="rId2" Type="http://schemas.openxmlformats.org/officeDocument/2006/relationships/image" Target="../media/image68.svg"/><Relationship Id="rId19" Type="http://schemas.openxmlformats.org/officeDocument/2006/relationships/image" Target="../media/image57.svg"/><Relationship Id="rId18" Type="http://schemas.openxmlformats.org/officeDocument/2006/relationships/image" Target="../media/image56.png"/><Relationship Id="rId17" Type="http://schemas.openxmlformats.org/officeDocument/2006/relationships/image" Target="../media/image55.svg"/><Relationship Id="rId16" Type="http://schemas.openxmlformats.org/officeDocument/2006/relationships/image" Target="../media/image54.png"/><Relationship Id="rId15" Type="http://schemas.openxmlformats.org/officeDocument/2006/relationships/image" Target="../media/image53.svg"/><Relationship Id="rId14" Type="http://schemas.openxmlformats.org/officeDocument/2006/relationships/image" Target="../media/image52.png"/><Relationship Id="rId13" Type="http://schemas.openxmlformats.org/officeDocument/2006/relationships/image" Target="../media/image51.svg"/><Relationship Id="rId12" Type="http://schemas.openxmlformats.org/officeDocument/2006/relationships/image" Target="../media/image50.svg"/><Relationship Id="rId11" Type="http://schemas.openxmlformats.org/officeDocument/2006/relationships/image" Target="../media/image49.png"/><Relationship Id="rId10" Type="http://schemas.openxmlformats.org/officeDocument/2006/relationships/image" Target="../media/image48.svg"/><Relationship Id="rId1" Type="http://schemas.openxmlformats.org/officeDocument/2006/relationships/image" Target="../media/image39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47.png"/><Relationship Id="rId8" Type="http://schemas.openxmlformats.org/officeDocument/2006/relationships/image" Target="../media/image75.svg"/><Relationship Id="rId7" Type="http://schemas.openxmlformats.org/officeDocument/2006/relationships/image" Target="../media/image45.png"/><Relationship Id="rId6" Type="http://schemas.openxmlformats.org/officeDocument/2006/relationships/image" Target="../media/image74.svg"/><Relationship Id="rId5" Type="http://schemas.openxmlformats.org/officeDocument/2006/relationships/image" Target="../media/image43.png"/><Relationship Id="rId4" Type="http://schemas.openxmlformats.org/officeDocument/2006/relationships/image" Target="../media/image73.svg"/><Relationship Id="rId30" Type="http://schemas.openxmlformats.org/officeDocument/2006/relationships/slideLayout" Target="../slideLayouts/slideLayout1.xml"/><Relationship Id="rId3" Type="http://schemas.openxmlformats.org/officeDocument/2006/relationships/image" Target="../media/image69.png"/><Relationship Id="rId29" Type="http://schemas.openxmlformats.org/officeDocument/2006/relationships/image" Target="../media/image67.svg"/><Relationship Id="rId28" Type="http://schemas.openxmlformats.org/officeDocument/2006/relationships/image" Target="../media/image66.png"/><Relationship Id="rId27" Type="http://schemas.openxmlformats.org/officeDocument/2006/relationships/image" Target="../media/image84.svg"/><Relationship Id="rId26" Type="http://schemas.openxmlformats.org/officeDocument/2006/relationships/image" Target="../media/image64.png"/><Relationship Id="rId25" Type="http://schemas.openxmlformats.org/officeDocument/2006/relationships/image" Target="../media/image83.svg"/><Relationship Id="rId24" Type="http://schemas.openxmlformats.org/officeDocument/2006/relationships/image" Target="../media/image62.png"/><Relationship Id="rId23" Type="http://schemas.openxmlformats.org/officeDocument/2006/relationships/image" Target="../media/image82.svg"/><Relationship Id="rId22" Type="http://schemas.openxmlformats.org/officeDocument/2006/relationships/image" Target="../media/image60.png"/><Relationship Id="rId21" Type="http://schemas.openxmlformats.org/officeDocument/2006/relationships/image" Target="../media/image81.svg"/><Relationship Id="rId20" Type="http://schemas.openxmlformats.org/officeDocument/2006/relationships/image" Target="../media/image58.png"/><Relationship Id="rId2" Type="http://schemas.openxmlformats.org/officeDocument/2006/relationships/image" Target="../media/image72.svg"/><Relationship Id="rId19" Type="http://schemas.openxmlformats.org/officeDocument/2006/relationships/image" Target="../media/image80.svg"/><Relationship Id="rId18" Type="http://schemas.openxmlformats.org/officeDocument/2006/relationships/image" Target="../media/image56.png"/><Relationship Id="rId17" Type="http://schemas.openxmlformats.org/officeDocument/2006/relationships/image" Target="../media/image79.svg"/><Relationship Id="rId16" Type="http://schemas.openxmlformats.org/officeDocument/2006/relationships/image" Target="../media/image54.png"/><Relationship Id="rId15" Type="http://schemas.openxmlformats.org/officeDocument/2006/relationships/image" Target="../media/image78.svg"/><Relationship Id="rId14" Type="http://schemas.openxmlformats.org/officeDocument/2006/relationships/image" Target="../media/image52.png"/><Relationship Id="rId13" Type="http://schemas.openxmlformats.org/officeDocument/2006/relationships/image" Target="../media/image77.svg"/><Relationship Id="rId12" Type="http://schemas.openxmlformats.org/officeDocument/2006/relationships/image" Target="../media/image51.svg"/><Relationship Id="rId11" Type="http://schemas.openxmlformats.org/officeDocument/2006/relationships/image" Target="../media/image49.png"/><Relationship Id="rId10" Type="http://schemas.openxmlformats.org/officeDocument/2006/relationships/image" Target="../media/image76.svg"/><Relationship Id="rId1" Type="http://schemas.openxmlformats.org/officeDocument/2006/relationships/image" Target="../media/image3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49.png"/><Relationship Id="rId8" Type="http://schemas.openxmlformats.org/officeDocument/2006/relationships/image" Target="../media/image44.svg"/><Relationship Id="rId7" Type="http://schemas.openxmlformats.org/officeDocument/2006/relationships/image" Target="../media/image43.png"/><Relationship Id="rId6" Type="http://schemas.openxmlformats.org/officeDocument/2006/relationships/image" Target="../media/image46.svg"/><Relationship Id="rId5" Type="http://schemas.openxmlformats.org/officeDocument/2006/relationships/image" Target="../media/image45.png"/><Relationship Id="rId4" Type="http://schemas.openxmlformats.org/officeDocument/2006/relationships/image" Target="../media/image40.svg"/><Relationship Id="rId33" Type="http://schemas.openxmlformats.org/officeDocument/2006/relationships/slideLayout" Target="../slideLayouts/slideLayout1.xml"/><Relationship Id="rId32" Type="http://schemas.openxmlformats.org/officeDocument/2006/relationships/image" Target="../media/image63.svg"/><Relationship Id="rId31" Type="http://schemas.openxmlformats.org/officeDocument/2006/relationships/image" Target="../media/image62.png"/><Relationship Id="rId30" Type="http://schemas.openxmlformats.org/officeDocument/2006/relationships/image" Target="../media/image65.svg"/><Relationship Id="rId3" Type="http://schemas.openxmlformats.org/officeDocument/2006/relationships/image" Target="../media/image39.png"/><Relationship Id="rId29" Type="http://schemas.openxmlformats.org/officeDocument/2006/relationships/image" Target="../media/image64.png"/><Relationship Id="rId28" Type="http://schemas.openxmlformats.org/officeDocument/2006/relationships/image" Target="../media/image61.svg"/><Relationship Id="rId27" Type="http://schemas.openxmlformats.org/officeDocument/2006/relationships/image" Target="../media/image60.png"/><Relationship Id="rId26" Type="http://schemas.openxmlformats.org/officeDocument/2006/relationships/image" Target="../media/image55.svg"/><Relationship Id="rId25" Type="http://schemas.openxmlformats.org/officeDocument/2006/relationships/image" Target="../media/image54.png"/><Relationship Id="rId24" Type="http://schemas.openxmlformats.org/officeDocument/2006/relationships/image" Target="../media/image57.svg"/><Relationship Id="rId23" Type="http://schemas.openxmlformats.org/officeDocument/2006/relationships/image" Target="../media/image56.png"/><Relationship Id="rId22" Type="http://schemas.openxmlformats.org/officeDocument/2006/relationships/image" Target="../media/image59.svg"/><Relationship Id="rId21" Type="http://schemas.openxmlformats.org/officeDocument/2006/relationships/image" Target="../media/image58.png"/><Relationship Id="rId20" Type="http://schemas.openxmlformats.org/officeDocument/2006/relationships/image" Target="../media/image53.svg"/><Relationship Id="rId2" Type="http://schemas.openxmlformats.org/officeDocument/2006/relationships/image" Target="../media/image85.svg"/><Relationship Id="rId19" Type="http://schemas.openxmlformats.org/officeDocument/2006/relationships/image" Target="../media/image52.png"/><Relationship Id="rId18" Type="http://schemas.openxmlformats.org/officeDocument/2006/relationships/image" Target="../media/image18.svg"/><Relationship Id="rId17" Type="http://schemas.openxmlformats.org/officeDocument/2006/relationships/image" Target="../media/image17.png"/><Relationship Id="rId16" Type="http://schemas.openxmlformats.org/officeDocument/2006/relationships/image" Target="../media/image87.svg"/><Relationship Id="rId15" Type="http://schemas.openxmlformats.org/officeDocument/2006/relationships/image" Target="../media/image86.png"/><Relationship Id="rId14" Type="http://schemas.openxmlformats.org/officeDocument/2006/relationships/image" Target="../media/image30.svg"/><Relationship Id="rId13" Type="http://schemas.openxmlformats.org/officeDocument/2006/relationships/image" Target="../media/image29.png"/><Relationship Id="rId12" Type="http://schemas.openxmlformats.org/officeDocument/2006/relationships/image" Target="../media/image48.svg"/><Relationship Id="rId11" Type="http://schemas.openxmlformats.org/officeDocument/2006/relationships/image" Target="../media/image47.png"/><Relationship Id="rId10" Type="http://schemas.openxmlformats.org/officeDocument/2006/relationships/image" Target="../media/image50.svg"/><Relationship Id="rId1" Type="http://schemas.openxmlformats.org/officeDocument/2006/relationships/image" Target="../media/image69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6.svg"/><Relationship Id="rId3" Type="http://schemas.openxmlformats.org/officeDocument/2006/relationships/image" Target="../media/image25.png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18.svg"/><Relationship Id="rId2" Type="http://schemas.openxmlformats.org/officeDocument/2006/relationships/image" Target="../media/image2.svg"/><Relationship Id="rId19" Type="http://schemas.openxmlformats.org/officeDocument/2006/relationships/image" Target="../media/image17.png"/><Relationship Id="rId18" Type="http://schemas.openxmlformats.org/officeDocument/2006/relationships/image" Target="../media/image87.svg"/><Relationship Id="rId17" Type="http://schemas.openxmlformats.org/officeDocument/2006/relationships/image" Target="../media/image86.png"/><Relationship Id="rId16" Type="http://schemas.openxmlformats.org/officeDocument/2006/relationships/image" Target="../media/image30.svg"/><Relationship Id="rId15" Type="http://schemas.openxmlformats.org/officeDocument/2006/relationships/image" Target="../media/image29.png"/><Relationship Id="rId14" Type="http://schemas.openxmlformats.org/officeDocument/2006/relationships/image" Target="../media/image22.svg"/><Relationship Id="rId13" Type="http://schemas.openxmlformats.org/officeDocument/2006/relationships/image" Target="../media/image21.png"/><Relationship Id="rId12" Type="http://schemas.openxmlformats.org/officeDocument/2006/relationships/image" Target="../media/image16.svg"/><Relationship Id="rId11" Type="http://schemas.openxmlformats.org/officeDocument/2006/relationships/image" Target="../media/image15.png"/><Relationship Id="rId10" Type="http://schemas.openxmlformats.org/officeDocument/2006/relationships/image" Target="../media/image20.sv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96.png"/><Relationship Id="rId8" Type="http://schemas.openxmlformats.org/officeDocument/2006/relationships/image" Target="../media/image95.png"/><Relationship Id="rId7" Type="http://schemas.openxmlformats.org/officeDocument/2006/relationships/image" Target="../media/image94.png"/><Relationship Id="rId6" Type="http://schemas.openxmlformats.org/officeDocument/2006/relationships/image" Target="../media/image93.svg"/><Relationship Id="rId5" Type="http://schemas.openxmlformats.org/officeDocument/2006/relationships/image" Target="../media/image92.png"/><Relationship Id="rId4" Type="http://schemas.openxmlformats.org/officeDocument/2006/relationships/image" Target="../media/image91.svg"/><Relationship Id="rId3" Type="http://schemas.openxmlformats.org/officeDocument/2006/relationships/image" Target="../media/image90.png"/><Relationship Id="rId2" Type="http://schemas.openxmlformats.org/officeDocument/2006/relationships/image" Target="../media/image89.svg"/><Relationship Id="rId16" Type="http://schemas.openxmlformats.org/officeDocument/2006/relationships/notesSlide" Target="../notesSlides/notesSlide1.xml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101.svg"/><Relationship Id="rId13" Type="http://schemas.openxmlformats.org/officeDocument/2006/relationships/image" Target="../media/image100.png"/><Relationship Id="rId12" Type="http://schemas.openxmlformats.org/officeDocument/2006/relationships/image" Target="../media/image99.svg"/><Relationship Id="rId11" Type="http://schemas.openxmlformats.org/officeDocument/2006/relationships/image" Target="../media/image98.png"/><Relationship Id="rId10" Type="http://schemas.openxmlformats.org/officeDocument/2006/relationships/image" Target="../media/image97.jpeg"/><Relationship Id="rId1" Type="http://schemas.openxmlformats.org/officeDocument/2006/relationships/image" Target="../media/image88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91.svg"/><Relationship Id="rId7" Type="http://schemas.openxmlformats.org/officeDocument/2006/relationships/image" Target="../media/image90.png"/><Relationship Id="rId6" Type="http://schemas.openxmlformats.org/officeDocument/2006/relationships/image" Target="../media/image99.svg"/><Relationship Id="rId5" Type="http://schemas.openxmlformats.org/officeDocument/2006/relationships/image" Target="../media/image98.png"/><Relationship Id="rId4" Type="http://schemas.openxmlformats.org/officeDocument/2006/relationships/image" Target="../media/image89.svg"/><Relationship Id="rId3" Type="http://schemas.openxmlformats.org/officeDocument/2006/relationships/image" Target="../media/image88.png"/><Relationship Id="rId2" Type="http://schemas.openxmlformats.org/officeDocument/2006/relationships/image" Target="../media/image101.svg"/><Relationship Id="rId10" Type="http://schemas.openxmlformats.org/officeDocument/2006/relationships/notesSlide" Target="../notesSlides/notesSlide2.xml"/><Relationship Id="rId1" Type="http://schemas.openxmlformats.org/officeDocument/2006/relationships/image" Target="../media/image10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106.svg"/><Relationship Id="rId6" Type="http://schemas.openxmlformats.org/officeDocument/2006/relationships/image" Target="../media/image105.png"/><Relationship Id="rId5" Type="http://schemas.openxmlformats.org/officeDocument/2006/relationships/image" Target="../media/image95.png"/><Relationship Id="rId4" Type="http://schemas.openxmlformats.org/officeDocument/2006/relationships/image" Target="../media/image104.svg"/><Relationship Id="rId3" Type="http://schemas.openxmlformats.org/officeDocument/2006/relationships/image" Target="../media/image103.png"/><Relationship Id="rId2" Type="http://schemas.openxmlformats.org/officeDocument/2006/relationships/image" Target="../media/image102.jpeg"/><Relationship Id="rId1" Type="http://schemas.openxmlformats.org/officeDocument/2006/relationships/image" Target="../media/image94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08.jpeg"/><Relationship Id="rId2" Type="http://schemas.openxmlformats.org/officeDocument/2006/relationships/image" Target="../media/image107.png"/><Relationship Id="rId1" Type="http://schemas.openxmlformats.org/officeDocument/2006/relationships/image" Target="../media/image94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6.svg"/><Relationship Id="rId3" Type="http://schemas.openxmlformats.org/officeDocument/2006/relationships/image" Target="../media/image25.png"/><Relationship Id="rId2" Type="http://schemas.openxmlformats.org/officeDocument/2006/relationships/image" Target="../media/image2.svg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2.svg"/><Relationship Id="rId13" Type="http://schemas.openxmlformats.org/officeDocument/2006/relationships/image" Target="../media/image21.png"/><Relationship Id="rId12" Type="http://schemas.openxmlformats.org/officeDocument/2006/relationships/image" Target="../media/image16.svg"/><Relationship Id="rId11" Type="http://schemas.openxmlformats.org/officeDocument/2006/relationships/image" Target="../media/image15.png"/><Relationship Id="rId10" Type="http://schemas.openxmlformats.org/officeDocument/2006/relationships/image" Target="../media/image20.sv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6.svg"/><Relationship Id="rId3" Type="http://schemas.openxmlformats.org/officeDocument/2006/relationships/image" Target="../media/image25.png"/><Relationship Id="rId2" Type="http://schemas.openxmlformats.org/officeDocument/2006/relationships/image" Target="../media/image2.svg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36.svg"/><Relationship Id="rId15" Type="http://schemas.openxmlformats.org/officeDocument/2006/relationships/image" Target="../media/image35.png"/><Relationship Id="rId14" Type="http://schemas.openxmlformats.org/officeDocument/2006/relationships/image" Target="../media/image22.svg"/><Relationship Id="rId13" Type="http://schemas.openxmlformats.org/officeDocument/2006/relationships/image" Target="../media/image21.png"/><Relationship Id="rId12" Type="http://schemas.openxmlformats.org/officeDocument/2006/relationships/image" Target="../media/image16.svg"/><Relationship Id="rId11" Type="http://schemas.openxmlformats.org/officeDocument/2006/relationships/image" Target="../media/image15.png"/><Relationship Id="rId10" Type="http://schemas.openxmlformats.org/officeDocument/2006/relationships/image" Target="../media/image20.svg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6.png"/><Relationship Id="rId8" Type="http://schemas.openxmlformats.org/officeDocument/2006/relationships/image" Target="../media/image115.svg"/><Relationship Id="rId7" Type="http://schemas.openxmlformats.org/officeDocument/2006/relationships/image" Target="../media/image114.png"/><Relationship Id="rId6" Type="http://schemas.openxmlformats.org/officeDocument/2006/relationships/image" Target="../media/image113.svg"/><Relationship Id="rId5" Type="http://schemas.openxmlformats.org/officeDocument/2006/relationships/image" Target="../media/image112.png"/><Relationship Id="rId4" Type="http://schemas.openxmlformats.org/officeDocument/2006/relationships/image" Target="../media/image111.svg"/><Relationship Id="rId3" Type="http://schemas.openxmlformats.org/officeDocument/2006/relationships/image" Target="../media/image110.png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127.svg"/><Relationship Id="rId2" Type="http://schemas.openxmlformats.org/officeDocument/2006/relationships/image" Target="../media/image109.svg"/><Relationship Id="rId19" Type="http://schemas.openxmlformats.org/officeDocument/2006/relationships/image" Target="../media/image126.png"/><Relationship Id="rId18" Type="http://schemas.openxmlformats.org/officeDocument/2006/relationships/image" Target="../media/image125.svg"/><Relationship Id="rId17" Type="http://schemas.openxmlformats.org/officeDocument/2006/relationships/image" Target="../media/image124.png"/><Relationship Id="rId16" Type="http://schemas.openxmlformats.org/officeDocument/2006/relationships/image" Target="../media/image123.svg"/><Relationship Id="rId15" Type="http://schemas.openxmlformats.org/officeDocument/2006/relationships/image" Target="../media/image122.png"/><Relationship Id="rId14" Type="http://schemas.openxmlformats.org/officeDocument/2006/relationships/image" Target="../media/image121.svg"/><Relationship Id="rId13" Type="http://schemas.openxmlformats.org/officeDocument/2006/relationships/image" Target="../media/image120.png"/><Relationship Id="rId12" Type="http://schemas.openxmlformats.org/officeDocument/2006/relationships/image" Target="../media/image119.svg"/><Relationship Id="rId11" Type="http://schemas.openxmlformats.org/officeDocument/2006/relationships/image" Target="../media/image118.png"/><Relationship Id="rId10" Type="http://schemas.openxmlformats.org/officeDocument/2006/relationships/image" Target="../media/image117.svg"/><Relationship Id="rId1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/>
          <p:cNvSpPr/>
          <p:nvPr/>
        </p:nvSpPr>
        <p:spPr>
          <a:xfrm>
            <a:off x="660194" y="2124009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: 圆角 43"/>
          <p:cNvSpPr/>
          <p:nvPr/>
        </p:nvSpPr>
        <p:spPr>
          <a:xfrm>
            <a:off x="4347817" y="2072779"/>
            <a:ext cx="2954215" cy="125284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660194" y="3834056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8" name="图形 4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0194" y="309748"/>
            <a:ext cx="720000" cy="720000"/>
          </a:xfrm>
          <a:prstGeom prst="rect">
            <a:avLst/>
          </a:prstGeom>
        </p:spPr>
      </p:pic>
      <p:pic>
        <p:nvPicPr>
          <p:cNvPr id="50" name="图形 4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2090" y="309748"/>
            <a:ext cx="720000" cy="720000"/>
          </a:xfrm>
          <a:prstGeom prst="rect">
            <a:avLst/>
          </a:prstGeom>
        </p:spPr>
      </p:pic>
      <p:pic>
        <p:nvPicPr>
          <p:cNvPr id="52" name="图形 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43986" y="309748"/>
            <a:ext cx="720000" cy="720000"/>
          </a:xfrm>
          <a:prstGeom prst="rect">
            <a:avLst/>
          </a:prstGeom>
        </p:spPr>
      </p:pic>
      <p:pic>
        <p:nvPicPr>
          <p:cNvPr id="54" name="图形 5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15882" y="309748"/>
            <a:ext cx="720000" cy="720000"/>
          </a:xfrm>
          <a:prstGeom prst="rect">
            <a:avLst/>
          </a:prstGeom>
        </p:spPr>
      </p:pic>
      <p:pic>
        <p:nvPicPr>
          <p:cNvPr id="56" name="图形 5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87778" y="309748"/>
            <a:ext cx="720000" cy="720000"/>
          </a:xfrm>
          <a:prstGeom prst="rect">
            <a:avLst/>
          </a:prstGeom>
        </p:spPr>
      </p:pic>
      <p:pic>
        <p:nvPicPr>
          <p:cNvPr id="58" name="图形 5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159674" y="309748"/>
            <a:ext cx="720000" cy="720000"/>
          </a:xfrm>
          <a:prstGeom prst="rect">
            <a:avLst/>
          </a:prstGeom>
        </p:spPr>
      </p:pic>
      <p:pic>
        <p:nvPicPr>
          <p:cNvPr id="60" name="图形 5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31570" y="309748"/>
            <a:ext cx="720000" cy="720000"/>
          </a:xfrm>
          <a:prstGeom prst="rect">
            <a:avLst/>
          </a:prstGeom>
        </p:spPr>
      </p:pic>
      <p:pic>
        <p:nvPicPr>
          <p:cNvPr id="62" name="图形 6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03466" y="309748"/>
            <a:ext cx="720000" cy="720000"/>
          </a:xfrm>
          <a:prstGeom prst="rect">
            <a:avLst/>
          </a:prstGeom>
        </p:spPr>
      </p:pic>
      <p:pic>
        <p:nvPicPr>
          <p:cNvPr id="64" name="图形 63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475362" y="309748"/>
            <a:ext cx="720000" cy="720000"/>
          </a:xfrm>
          <a:prstGeom prst="rect">
            <a:avLst/>
          </a:prstGeom>
        </p:spPr>
      </p:pic>
      <p:pic>
        <p:nvPicPr>
          <p:cNvPr id="66" name="图形 65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247258" y="309748"/>
            <a:ext cx="720000" cy="720000"/>
          </a:xfrm>
          <a:prstGeom prst="rect">
            <a:avLst/>
          </a:prstGeom>
        </p:spPr>
      </p:pic>
      <p:pic>
        <p:nvPicPr>
          <p:cNvPr id="68" name="图形 67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019154" y="309748"/>
            <a:ext cx="720000" cy="720000"/>
          </a:xfrm>
          <a:prstGeom prst="rect">
            <a:avLst/>
          </a:prstGeom>
        </p:spPr>
      </p:pic>
      <p:pic>
        <p:nvPicPr>
          <p:cNvPr id="70" name="图形 69"/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791050" y="309748"/>
            <a:ext cx="720000" cy="720000"/>
          </a:xfrm>
          <a:prstGeom prst="rect">
            <a:avLst/>
          </a:prstGeom>
        </p:spPr>
      </p:pic>
      <p:pic>
        <p:nvPicPr>
          <p:cNvPr id="72" name="图形 71"/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9562946" y="309748"/>
            <a:ext cx="720000" cy="720000"/>
          </a:xfrm>
          <a:prstGeom prst="rect">
            <a:avLst/>
          </a:prstGeom>
        </p:spPr>
      </p:pic>
      <p:pic>
        <p:nvPicPr>
          <p:cNvPr id="74" name="图形 73"/>
          <p:cNvPicPr>
            <a:picLocks noChangeAspect="1"/>
          </p:cNvPicPr>
          <p:nvPr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0334842" y="309748"/>
            <a:ext cx="720000" cy="720000"/>
          </a:xfrm>
          <a:prstGeom prst="rect">
            <a:avLst/>
          </a:prstGeom>
        </p:spPr>
      </p:pic>
      <p:pic>
        <p:nvPicPr>
          <p:cNvPr id="76" name="图形 75"/>
          <p:cNvPicPr>
            <a:picLocks noChangeAspect="1"/>
          </p:cNvPicPr>
          <p:nvPr/>
        </p:nvPicPr>
        <p:blipFill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11106740" y="309748"/>
            <a:ext cx="720000" cy="720000"/>
          </a:xfrm>
          <a:prstGeom prst="rect">
            <a:avLst/>
          </a:prstGeom>
        </p:spPr>
      </p:pic>
      <p:cxnSp>
        <p:nvCxnSpPr>
          <p:cNvPr id="77" name="直接连接符 76"/>
          <p:cNvCxnSpPr/>
          <p:nvPr/>
        </p:nvCxnSpPr>
        <p:spPr>
          <a:xfrm>
            <a:off x="8099953" y="2394446"/>
            <a:ext cx="1462993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/>
          <p:cNvCxnSpPr/>
          <p:nvPr/>
        </p:nvCxnSpPr>
        <p:spPr>
          <a:xfrm>
            <a:off x="8059553" y="2909864"/>
            <a:ext cx="1543792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1" name="组合 80"/>
          <p:cNvGrpSpPr>
            <a:grpSpLocks noChangeAspect="1"/>
          </p:cNvGrpSpPr>
          <p:nvPr/>
        </p:nvGrpSpPr>
        <p:grpSpPr>
          <a:xfrm>
            <a:off x="417771" y="1203981"/>
            <a:ext cx="484845" cy="479028"/>
            <a:chOff x="4445000" y="739632"/>
            <a:chExt cx="375710" cy="371203"/>
          </a:xfrm>
        </p:grpSpPr>
        <p:sp>
          <p:nvSpPr>
            <p:cNvPr id="82" name="矩形: 圆角 81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矩形: 圆角 82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矩形: 圆角 83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矩形: 圆角 84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87" name="图形 86"/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72090" y="1083495"/>
            <a:ext cx="720000" cy="720000"/>
          </a:xfrm>
          <a:prstGeom prst="rect">
            <a:avLst/>
          </a:prstGeom>
        </p:spPr>
      </p:pic>
      <p:pic>
        <p:nvPicPr>
          <p:cNvPr id="89" name="图形 88"/>
          <p:cNvPicPr>
            <a:picLocks noChangeAspect="1"/>
          </p:cNvPicPr>
          <p:nvPr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843986" y="1083495"/>
            <a:ext cx="720000" cy="720000"/>
          </a:xfrm>
          <a:prstGeom prst="rect">
            <a:avLst/>
          </a:prstGeom>
        </p:spPr>
      </p:pic>
      <p:pic>
        <p:nvPicPr>
          <p:cNvPr id="90" name="图片 27" descr="浏览器"/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2527687" y="995766"/>
            <a:ext cx="860091" cy="860091"/>
          </a:xfrm>
          <a:prstGeom prst="rect">
            <a:avLst/>
          </a:prstGeom>
        </p:spPr>
      </p:pic>
      <p:pic>
        <p:nvPicPr>
          <p:cNvPr id="95" name="图形 94"/>
          <p:cNvPicPr>
            <a:picLocks noChangeAspect="1"/>
          </p:cNvPicPr>
          <p:nvPr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431521" y="1113123"/>
            <a:ext cx="742734" cy="7427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496945" y="1630045"/>
            <a:ext cx="1927225" cy="3115310"/>
          </a:xfrm>
          <a:prstGeom prst="rect">
            <a:avLst/>
          </a:prstGeom>
          <a:noFill/>
          <a:ln w="3810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244215" y="260731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Frontend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719830" y="430403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284605" y="3621405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972820" y="2562225"/>
            <a:ext cx="16992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Device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3" name="直接连接符 22"/>
          <p:cNvCxnSpPr/>
          <p:nvPr/>
        </p:nvCxnSpPr>
        <p:spPr>
          <a:xfrm flipV="1">
            <a:off x="2298450" y="2145176"/>
            <a:ext cx="1192530" cy="0"/>
          </a:xfrm>
          <a:prstGeom prst="line">
            <a:avLst/>
          </a:prstGeom>
          <a:ln w="3810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2212090" y="2448706"/>
            <a:ext cx="1416050" cy="828040"/>
          </a:xfrm>
          <a:prstGeom prst="line">
            <a:avLst/>
          </a:prstGeom>
          <a:ln w="38100">
            <a:solidFill>
              <a:srgbClr val="01010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 rot="19860000">
            <a:off x="2557145" y="2499995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2207645" y="3725056"/>
            <a:ext cx="1414145" cy="30734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4479255" y="2976087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5888355" y="244348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Server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1" name="直接连接符 20"/>
          <p:cNvCxnSpPr/>
          <p:nvPr/>
        </p:nvCxnSpPr>
        <p:spPr>
          <a:xfrm>
            <a:off x="5528814" y="2188600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522464" y="411074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6027420" y="440680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PS-Server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" name="直接连接符 1"/>
          <p:cNvCxnSpPr/>
          <p:nvPr/>
        </p:nvCxnSpPr>
        <p:spPr>
          <a:xfrm flipV="1">
            <a:off x="7195689" y="3318900"/>
            <a:ext cx="778510" cy="791845"/>
          </a:xfrm>
          <a:prstGeom prst="line">
            <a:avLst/>
          </a:prstGeom>
          <a:ln w="1905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733659" y="3254765"/>
            <a:ext cx="1368000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8646795" y="325501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7974330" y="2764790"/>
            <a:ext cx="2907030" cy="1089660"/>
          </a:xfrm>
          <a:prstGeom prst="rect">
            <a:avLst/>
          </a:prstGeom>
          <a:noFill/>
          <a:ln w="1905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481195" y="3107690"/>
            <a:ext cx="709930" cy="34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SDK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791925" y="2970450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形 6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6100" y="1749117"/>
            <a:ext cx="900000" cy="900000"/>
          </a:xfrm>
          <a:prstGeom prst="rect">
            <a:avLst/>
          </a:prstGeom>
        </p:spPr>
      </p:pic>
      <p:pic>
        <p:nvPicPr>
          <p:cNvPr id="32" name="图形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55842" y="2970613"/>
            <a:ext cx="720000" cy="720000"/>
          </a:xfrm>
          <a:prstGeom prst="rect">
            <a:avLst/>
          </a:prstGeom>
        </p:spPr>
      </p:pic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796030" y="19488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grpFill/>
            <a:ln w="5715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pic>
        <p:nvPicPr>
          <p:cNvPr id="33" name="图形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15250" y="3724946"/>
            <a:ext cx="720000" cy="720000"/>
          </a:xfrm>
          <a:prstGeom prst="rect">
            <a:avLst/>
          </a:prstGeom>
        </p:spPr>
      </p:pic>
      <p:pic>
        <p:nvPicPr>
          <p:cNvPr id="34" name="图形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33682" y="3763681"/>
            <a:ext cx="720000" cy="720000"/>
          </a:xfrm>
          <a:prstGeom prst="rect">
            <a:avLst/>
          </a:prstGeom>
        </p:spPr>
      </p:pic>
      <p:pic>
        <p:nvPicPr>
          <p:cNvPr id="36" name="图形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31777" y="1830334"/>
            <a:ext cx="720000" cy="720000"/>
          </a:xfrm>
          <a:prstGeom prst="rect">
            <a:avLst/>
          </a:prstGeom>
        </p:spPr>
      </p:pic>
      <p:pic>
        <p:nvPicPr>
          <p:cNvPr id="37" name="图形 1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096011" y="2901414"/>
            <a:ext cx="720000" cy="720000"/>
          </a:xfrm>
          <a:prstGeom prst="rect">
            <a:avLst/>
          </a:prstGeom>
        </p:spPr>
      </p:pic>
      <p:pic>
        <p:nvPicPr>
          <p:cNvPr id="38" name="图形 1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016886" y="2901414"/>
            <a:ext cx="720000" cy="720000"/>
          </a:xfrm>
          <a:prstGeom prst="rect">
            <a:avLst/>
          </a:prstGeom>
        </p:spPr>
      </p:pic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19860000">
            <a:off x="2434590" y="2704465"/>
            <a:ext cx="260985" cy="260985"/>
          </a:xfrm>
          <a:prstGeom prst="rect">
            <a:avLst/>
          </a:prstGeom>
        </p:spPr>
      </p:pic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841365" y="1884680"/>
            <a:ext cx="259200" cy="259200"/>
          </a:xfrm>
          <a:prstGeom prst="rect">
            <a:avLst/>
          </a:prstGeom>
        </p:spPr>
      </p:pic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149725" y="3162300"/>
            <a:ext cx="259200" cy="2592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 rot="780000">
            <a:off x="2460227" y="353815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 rot="780000">
            <a:off x="2292350" y="3455035"/>
            <a:ext cx="259200" cy="259200"/>
          </a:xfrm>
          <a:prstGeom prst="rect">
            <a:avLst/>
          </a:prstGeom>
        </p:spPr>
      </p:pic>
      <p:pic>
        <p:nvPicPr>
          <p:cNvPr id="43" name="图片 42" descr="序号5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835015" y="3788410"/>
            <a:ext cx="259200" cy="259200"/>
          </a:xfrm>
          <a:prstGeom prst="rect">
            <a:avLst/>
          </a:prstGeom>
        </p:spPr>
      </p:pic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274175" y="2944495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428105" y="3152775"/>
            <a:ext cx="259200" cy="259200"/>
          </a:xfrm>
          <a:prstGeom prst="rect">
            <a:avLst/>
          </a:prstGeom>
        </p:spPr>
      </p:pic>
      <p:pic>
        <p:nvPicPr>
          <p:cNvPr id="46" name="图片 27" descr="浏览器"/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4468851" y="1759743"/>
            <a:ext cx="860091" cy="860091"/>
          </a:xfrm>
          <a:prstGeom prst="rect">
            <a:avLst/>
          </a:prstGeom>
        </p:spPr>
      </p:pic>
      <p:cxnSp>
        <p:nvCxnSpPr>
          <p:cNvPr id="47" name="直接连接符 46"/>
          <p:cNvCxnSpPr/>
          <p:nvPr/>
        </p:nvCxnSpPr>
        <p:spPr>
          <a:xfrm>
            <a:off x="4476080" y="1829912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496945" y="1630045"/>
            <a:ext cx="1771015" cy="3115310"/>
          </a:xfrm>
          <a:prstGeom prst="rect">
            <a:avLst/>
          </a:prstGeom>
          <a:noFill/>
          <a:ln w="3810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158490" y="260731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Frontend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628390" y="430403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284605" y="3621405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972820" y="2562225"/>
            <a:ext cx="16992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Device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3" name="直接连接符 22"/>
          <p:cNvCxnSpPr/>
          <p:nvPr/>
        </p:nvCxnSpPr>
        <p:spPr>
          <a:xfrm flipV="1">
            <a:off x="2298450" y="2168036"/>
            <a:ext cx="1192530" cy="0"/>
          </a:xfrm>
          <a:prstGeom prst="line">
            <a:avLst/>
          </a:prstGeom>
          <a:ln w="3810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2212090" y="2448706"/>
            <a:ext cx="1416050" cy="828040"/>
          </a:xfrm>
          <a:prstGeom prst="line">
            <a:avLst/>
          </a:prstGeom>
          <a:ln w="38100">
            <a:solidFill>
              <a:srgbClr val="01010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 rot="19860000">
            <a:off x="2557145" y="2499995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2207645" y="3725056"/>
            <a:ext cx="1414145" cy="30734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4387815" y="2976087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5791200" y="244348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erver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1" name="直接连接符 20"/>
          <p:cNvCxnSpPr/>
          <p:nvPr/>
        </p:nvCxnSpPr>
        <p:spPr>
          <a:xfrm>
            <a:off x="5431659" y="217145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425309" y="411074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5930265" y="440680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PS-S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erver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" name="直接连接符 1"/>
          <p:cNvCxnSpPr/>
          <p:nvPr/>
        </p:nvCxnSpPr>
        <p:spPr>
          <a:xfrm flipV="1">
            <a:off x="7098534" y="3318900"/>
            <a:ext cx="778510" cy="791845"/>
          </a:xfrm>
          <a:prstGeom prst="line">
            <a:avLst/>
          </a:prstGeom>
          <a:ln w="1905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636504" y="3254765"/>
            <a:ext cx="1368000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8549640" y="325501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7877175" y="2764790"/>
            <a:ext cx="2907030" cy="1089660"/>
          </a:xfrm>
          <a:prstGeom prst="rect">
            <a:avLst/>
          </a:prstGeom>
          <a:noFill/>
          <a:ln w="1905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389755" y="3107690"/>
            <a:ext cx="709930" cy="3467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SDK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694770" y="2970450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形 6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6100" y="1749117"/>
            <a:ext cx="900000" cy="900000"/>
          </a:xfrm>
          <a:prstGeom prst="rect">
            <a:avLst/>
          </a:prstGeom>
        </p:spPr>
      </p:pic>
      <p:pic>
        <p:nvPicPr>
          <p:cNvPr id="32" name="图形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55842" y="2970613"/>
            <a:ext cx="720000" cy="720000"/>
          </a:xfrm>
          <a:prstGeom prst="rect">
            <a:avLst/>
          </a:prstGeom>
        </p:spPr>
      </p:pic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4061460" y="1840230"/>
            <a:ext cx="654050" cy="64706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grpFill/>
            <a:ln w="5715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pic>
        <p:nvPicPr>
          <p:cNvPr id="33" name="图形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23810" y="3724946"/>
            <a:ext cx="720000" cy="720000"/>
          </a:xfrm>
          <a:prstGeom prst="rect">
            <a:avLst/>
          </a:prstGeom>
        </p:spPr>
      </p:pic>
      <p:pic>
        <p:nvPicPr>
          <p:cNvPr id="34" name="图形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36527" y="3763681"/>
            <a:ext cx="720000" cy="720000"/>
          </a:xfrm>
          <a:prstGeom prst="rect">
            <a:avLst/>
          </a:prstGeom>
        </p:spPr>
      </p:pic>
      <p:pic>
        <p:nvPicPr>
          <p:cNvPr id="36" name="图形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34622" y="1830334"/>
            <a:ext cx="720000" cy="720000"/>
          </a:xfrm>
          <a:prstGeom prst="rect">
            <a:avLst/>
          </a:prstGeom>
        </p:spPr>
      </p:pic>
      <p:pic>
        <p:nvPicPr>
          <p:cNvPr id="37" name="图形 1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98856" y="2901414"/>
            <a:ext cx="720000" cy="720000"/>
          </a:xfrm>
          <a:prstGeom prst="rect">
            <a:avLst/>
          </a:prstGeom>
        </p:spPr>
      </p:pic>
      <p:pic>
        <p:nvPicPr>
          <p:cNvPr id="38" name="图形 1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919731" y="2901414"/>
            <a:ext cx="720000" cy="720000"/>
          </a:xfrm>
          <a:prstGeom prst="rect">
            <a:avLst/>
          </a:prstGeom>
        </p:spPr>
      </p:pic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19860000">
            <a:off x="2434590" y="2704465"/>
            <a:ext cx="260985" cy="260985"/>
          </a:xfrm>
          <a:prstGeom prst="rect">
            <a:avLst/>
          </a:prstGeom>
        </p:spPr>
      </p:pic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744210" y="1867535"/>
            <a:ext cx="259200" cy="259200"/>
          </a:xfrm>
          <a:prstGeom prst="rect">
            <a:avLst/>
          </a:prstGeom>
        </p:spPr>
      </p:pic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058285" y="3162300"/>
            <a:ext cx="259200" cy="2592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 rot="780000">
            <a:off x="2460227" y="353815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 rot="780000">
            <a:off x="2292350" y="3455035"/>
            <a:ext cx="259200" cy="259200"/>
          </a:xfrm>
          <a:prstGeom prst="rect">
            <a:avLst/>
          </a:prstGeom>
        </p:spPr>
      </p:pic>
      <p:pic>
        <p:nvPicPr>
          <p:cNvPr id="43" name="图片 42" descr="序号5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737860" y="3788410"/>
            <a:ext cx="259200" cy="259200"/>
          </a:xfrm>
          <a:prstGeom prst="rect">
            <a:avLst/>
          </a:prstGeom>
        </p:spPr>
      </p:pic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177020" y="2944495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330950" y="3152775"/>
            <a:ext cx="259200" cy="25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496945" y="1630045"/>
            <a:ext cx="1771015" cy="3115310"/>
          </a:xfrm>
          <a:prstGeom prst="rect">
            <a:avLst/>
          </a:prstGeom>
          <a:noFill/>
          <a:ln w="3810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158490" y="260731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Frontend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628390" y="430403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284605" y="3621405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972820" y="2562225"/>
            <a:ext cx="16992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Device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3" name="直接连接符 22"/>
          <p:cNvCxnSpPr/>
          <p:nvPr/>
        </p:nvCxnSpPr>
        <p:spPr>
          <a:xfrm flipV="1">
            <a:off x="2298450" y="2168036"/>
            <a:ext cx="1192530" cy="0"/>
          </a:xfrm>
          <a:prstGeom prst="line">
            <a:avLst/>
          </a:prstGeom>
          <a:ln w="3810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2212090" y="2448706"/>
            <a:ext cx="1416050" cy="828040"/>
          </a:xfrm>
          <a:prstGeom prst="line">
            <a:avLst/>
          </a:prstGeom>
          <a:ln w="38100">
            <a:solidFill>
              <a:srgbClr val="01010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 rot="19860000">
            <a:off x="2557145" y="2499995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2207645" y="3725056"/>
            <a:ext cx="1414145" cy="30734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4387815" y="2976087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5791200" y="244348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erver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1" name="直接连接符 20"/>
          <p:cNvCxnSpPr/>
          <p:nvPr/>
        </p:nvCxnSpPr>
        <p:spPr>
          <a:xfrm>
            <a:off x="5431659" y="217145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425309" y="411074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5930265" y="440680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PS-S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erver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" name="直接连接符 1"/>
          <p:cNvCxnSpPr/>
          <p:nvPr/>
        </p:nvCxnSpPr>
        <p:spPr>
          <a:xfrm flipV="1">
            <a:off x="7098534" y="3318900"/>
            <a:ext cx="778510" cy="791845"/>
          </a:xfrm>
          <a:prstGeom prst="line">
            <a:avLst/>
          </a:prstGeom>
          <a:ln w="1905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636504" y="3254765"/>
            <a:ext cx="1368000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8549640" y="325501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7877175" y="2764790"/>
            <a:ext cx="2907030" cy="1089660"/>
          </a:xfrm>
          <a:prstGeom prst="rect">
            <a:avLst/>
          </a:prstGeom>
          <a:noFill/>
          <a:ln w="1905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389755" y="3107690"/>
            <a:ext cx="709930" cy="3467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SDK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694770" y="2970450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形 6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6100" y="1749117"/>
            <a:ext cx="900000" cy="900000"/>
          </a:xfrm>
          <a:prstGeom prst="rect">
            <a:avLst/>
          </a:prstGeom>
        </p:spPr>
      </p:pic>
      <p:pic>
        <p:nvPicPr>
          <p:cNvPr id="32" name="图形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55842" y="2970613"/>
            <a:ext cx="720000" cy="720000"/>
          </a:xfrm>
          <a:prstGeom prst="rect">
            <a:avLst/>
          </a:prstGeom>
        </p:spPr>
      </p:pic>
      <p:pic>
        <p:nvPicPr>
          <p:cNvPr id="33" name="图形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23810" y="3724946"/>
            <a:ext cx="720000" cy="720000"/>
          </a:xfrm>
          <a:prstGeom prst="rect">
            <a:avLst/>
          </a:prstGeom>
        </p:spPr>
      </p:pic>
      <p:pic>
        <p:nvPicPr>
          <p:cNvPr id="34" name="图形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36527" y="3763681"/>
            <a:ext cx="720000" cy="720000"/>
          </a:xfrm>
          <a:prstGeom prst="rect">
            <a:avLst/>
          </a:prstGeom>
        </p:spPr>
      </p:pic>
      <p:pic>
        <p:nvPicPr>
          <p:cNvPr id="36" name="图形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34622" y="1830334"/>
            <a:ext cx="720000" cy="720000"/>
          </a:xfrm>
          <a:prstGeom prst="rect">
            <a:avLst/>
          </a:prstGeom>
        </p:spPr>
      </p:pic>
      <p:pic>
        <p:nvPicPr>
          <p:cNvPr id="37" name="图形 1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98856" y="2901414"/>
            <a:ext cx="720000" cy="720000"/>
          </a:xfrm>
          <a:prstGeom prst="rect">
            <a:avLst/>
          </a:prstGeom>
        </p:spPr>
      </p:pic>
      <p:pic>
        <p:nvPicPr>
          <p:cNvPr id="38" name="图形 1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919731" y="2901414"/>
            <a:ext cx="720000" cy="720000"/>
          </a:xfrm>
          <a:prstGeom prst="rect">
            <a:avLst/>
          </a:prstGeom>
        </p:spPr>
      </p:pic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19860000">
            <a:off x="2434590" y="2704465"/>
            <a:ext cx="260985" cy="260985"/>
          </a:xfrm>
          <a:prstGeom prst="rect">
            <a:avLst/>
          </a:prstGeom>
        </p:spPr>
      </p:pic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744210" y="1867535"/>
            <a:ext cx="259200" cy="259200"/>
          </a:xfrm>
          <a:prstGeom prst="rect">
            <a:avLst/>
          </a:prstGeom>
        </p:spPr>
      </p:pic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058285" y="3162300"/>
            <a:ext cx="259200" cy="2592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 rot="780000">
            <a:off x="2460227" y="353815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 rot="780000">
            <a:off x="2292350" y="3455035"/>
            <a:ext cx="259200" cy="259200"/>
          </a:xfrm>
          <a:prstGeom prst="rect">
            <a:avLst/>
          </a:prstGeom>
        </p:spPr>
      </p:pic>
      <p:pic>
        <p:nvPicPr>
          <p:cNvPr id="43" name="图片 42" descr="序号5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737860" y="3788410"/>
            <a:ext cx="259200" cy="259200"/>
          </a:xfrm>
          <a:prstGeom prst="rect">
            <a:avLst/>
          </a:prstGeom>
        </p:spPr>
      </p:pic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177020" y="2944495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330950" y="3152775"/>
            <a:ext cx="259200" cy="259200"/>
          </a:xfrm>
          <a:prstGeom prst="rect">
            <a:avLst/>
          </a:prstGeom>
        </p:spPr>
      </p:pic>
      <p:pic>
        <p:nvPicPr>
          <p:cNvPr id="46" name="图片 27" descr="浏览器"/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3866515" y="1651000"/>
            <a:ext cx="1035685" cy="10356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2028" y="3965528"/>
            <a:ext cx="900000" cy="90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3810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4974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228726" y="2805976"/>
            <a:ext cx="720000" cy="720000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81331" y="2797581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48285" y="155637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345633" y="4352027"/>
            <a:ext cx="516571" cy="0"/>
          </a:xfrm>
          <a:prstGeom prst="line">
            <a:avLst/>
          </a:prstGeom>
          <a:ln w="3810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6026797" y="1910596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8185150" y="2623185"/>
            <a:ext cx="2908800" cy="1090800"/>
          </a:xfrm>
          <a:prstGeom prst="rect">
            <a:avLst/>
          </a:prstGeom>
          <a:noFill/>
          <a:ln w="3810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6004109" y="4336179"/>
            <a:ext cx="801288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443410" y="3536453"/>
            <a:ext cx="742315" cy="565150"/>
          </a:xfrm>
          <a:prstGeom prst="line">
            <a:avLst/>
          </a:prstGeom>
          <a:ln w="3810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231381"/>
            <a:ext cx="1362710" cy="909955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933377" y="3160224"/>
            <a:ext cx="1368000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84738" y="1320391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954225" y="1484284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37600" y="1389380"/>
            <a:ext cx="1148400" cy="1029600"/>
          </a:xfrm>
          <a:prstGeom prst="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18201" y="1640956"/>
            <a:ext cx="433641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7204010" y="2533423"/>
            <a:ext cx="11466" cy="1317955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761942" y="2889469"/>
            <a:ext cx="507027" cy="507027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2663825" y="3624580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074035" y="4768215"/>
            <a:ext cx="15481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Mobile device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071495" y="1975485"/>
            <a:ext cx="15481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Computer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557395" y="4528185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737735" y="2084070"/>
            <a:ext cx="11484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Webpage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8" name="直接连接符 7"/>
          <p:cNvCxnSpPr/>
          <p:nvPr/>
        </p:nvCxnSpPr>
        <p:spPr>
          <a:xfrm>
            <a:off x="5323805" y="2685892"/>
            <a:ext cx="0" cy="90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 rot="19560000">
            <a:off x="3818890" y="2341880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rot="19560000">
            <a:off x="3669665" y="2613660"/>
            <a:ext cx="260985" cy="26098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 rot="1800000">
            <a:off x="3803252" y="347338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1800000">
            <a:off x="3700145" y="3241040"/>
            <a:ext cx="259200" cy="259200"/>
          </a:xfrm>
          <a:prstGeom prst="rect">
            <a:avLst/>
          </a:prstGeom>
        </p:spPr>
      </p:pic>
      <p:sp>
        <p:nvSpPr>
          <p:cNvPr id="33" name="文本框 32"/>
          <p:cNvSpPr txBox="1"/>
          <p:nvPr/>
        </p:nvSpPr>
        <p:spPr>
          <a:xfrm>
            <a:off x="5315585" y="2880360"/>
            <a:ext cx="90932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can the 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QR code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5622290" y="2691130"/>
            <a:ext cx="259200" cy="259200"/>
          </a:xfrm>
          <a:prstGeom prst="rect">
            <a:avLst/>
          </a:prstGeom>
        </p:spPr>
      </p:pic>
      <p:sp>
        <p:nvSpPr>
          <p:cNvPr id="34" name="文本框 33"/>
          <p:cNvSpPr txBox="1"/>
          <p:nvPr/>
        </p:nvSpPr>
        <p:spPr>
          <a:xfrm>
            <a:off x="6330950" y="220853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erver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277610" y="1584960"/>
            <a:ext cx="259200" cy="259200"/>
          </a:xfrm>
          <a:prstGeom prst="rect">
            <a:avLst/>
          </a:prstGeom>
        </p:spPr>
      </p:pic>
      <p:pic>
        <p:nvPicPr>
          <p:cNvPr id="37" name="图片 36" descr="序号5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275070" y="4013200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7298055" y="3010535"/>
            <a:ext cx="259200" cy="259200"/>
          </a:xfrm>
          <a:prstGeom prst="rect">
            <a:avLst/>
          </a:prstGeom>
        </p:spPr>
      </p:pic>
      <p:sp>
        <p:nvSpPr>
          <p:cNvPr id="38" name="文本框 37"/>
          <p:cNvSpPr txBox="1"/>
          <p:nvPr/>
        </p:nvSpPr>
        <p:spPr>
          <a:xfrm>
            <a:off x="8848090" y="317627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9471660" y="2845435"/>
            <a:ext cx="259200" cy="25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/>
          <p:cNvGrpSpPr/>
          <p:nvPr/>
        </p:nvGrpSpPr>
        <p:grpSpPr>
          <a:xfrm>
            <a:off x="1689782" y="1474779"/>
            <a:ext cx="2471420" cy="877457"/>
            <a:chOff x="1689782" y="1474779"/>
            <a:chExt cx="2471420" cy="877457"/>
          </a:xfrm>
        </p:grpSpPr>
        <p:grpSp>
          <p:nvGrpSpPr>
            <p:cNvPr id="6" name="组合 5"/>
            <p:cNvGrpSpPr>
              <a:grpSpLocks noChangeAspect="1"/>
            </p:cNvGrpSpPr>
            <p:nvPr/>
          </p:nvGrpSpPr>
          <p:grpSpPr>
            <a:xfrm>
              <a:off x="2682287" y="1474779"/>
              <a:ext cx="475615" cy="470535"/>
              <a:chOff x="4445000" y="739632"/>
              <a:chExt cx="375710" cy="371203"/>
            </a:xfrm>
            <a:solidFill>
              <a:srgbClr val="4A5F7E"/>
            </a:solidFill>
          </p:grpSpPr>
          <p:sp>
            <p:nvSpPr>
              <p:cNvPr id="10" name="矩形: 圆角 63"/>
              <p:cNvSpPr/>
              <p:nvPr/>
            </p:nvSpPr>
            <p:spPr>
              <a:xfrm>
                <a:off x="4445000" y="740833"/>
                <a:ext cx="156634" cy="156634"/>
              </a:xfrm>
              <a:prstGeom prst="roundRect">
                <a:avLst/>
              </a:prstGeom>
              <a:grpFill/>
              <a:ln w="38100">
                <a:solidFill>
                  <a:srgbClr val="4A5F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4" name="矩形: 圆角 64"/>
              <p:cNvSpPr/>
              <p:nvPr/>
            </p:nvSpPr>
            <p:spPr>
              <a:xfrm>
                <a:off x="4445000" y="954201"/>
                <a:ext cx="156634" cy="156634"/>
              </a:xfrm>
              <a:prstGeom prst="roundRect">
                <a:avLst/>
              </a:prstGeom>
              <a:grpFill/>
              <a:ln w="38100">
                <a:solidFill>
                  <a:srgbClr val="4A5F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8" name="矩形: 圆角 65"/>
              <p:cNvSpPr/>
              <p:nvPr/>
            </p:nvSpPr>
            <p:spPr>
              <a:xfrm rot="1800000">
                <a:off x="4672028" y="739632"/>
                <a:ext cx="145198" cy="138592"/>
              </a:xfrm>
              <a:prstGeom prst="roundRect">
                <a:avLst/>
              </a:prstGeom>
              <a:noFill/>
              <a:ln w="57150">
                <a:solidFill>
                  <a:srgbClr val="4A5F7E"/>
                </a:solidFill>
              </a:ln>
              <a:extLst>
                <a:ext uri="{909E8E84-426E-40DD-AFC4-6F175D3DCCD1}">
                  <a14:hiddenFill xmlns:a14="http://schemas.microsoft.com/office/drawing/2010/main">
                    <a:grpFill/>
                  </a14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20" name="矩形: 圆角 66"/>
              <p:cNvSpPr/>
              <p:nvPr/>
            </p:nvSpPr>
            <p:spPr>
              <a:xfrm>
                <a:off x="4664075" y="954201"/>
                <a:ext cx="156635" cy="156634"/>
              </a:xfrm>
              <a:prstGeom prst="roundRect">
                <a:avLst/>
              </a:prstGeom>
              <a:grpFill/>
              <a:ln w="38100">
                <a:solidFill>
                  <a:srgbClr val="4A5F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</p:grpSp>
        <p:sp>
          <p:nvSpPr>
            <p:cNvPr id="21" name="文本框 20"/>
            <p:cNvSpPr txBox="1"/>
            <p:nvPr/>
          </p:nvSpPr>
          <p:spPr>
            <a:xfrm>
              <a:off x="1689782" y="1979491"/>
              <a:ext cx="2471420" cy="37274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charset="0"/>
                  <a:cs typeface="Times New Roman" panose="02020603050405020304" charset="0"/>
                </a:rPr>
                <a:t>Merchant Application</a:t>
              </a:r>
              <a:endParaRPr lang="en-US" altLang="zh-CN" dirty="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cxnSp>
        <p:nvCxnSpPr>
          <p:cNvPr id="32" name="直接箭头连接符 31"/>
          <p:cNvCxnSpPr/>
          <p:nvPr/>
        </p:nvCxnSpPr>
        <p:spPr>
          <a:xfrm>
            <a:off x="3019431" y="2833368"/>
            <a:ext cx="2768741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5" name="组合 4"/>
          <p:cNvGrpSpPr/>
          <p:nvPr/>
        </p:nvGrpSpPr>
        <p:grpSpPr>
          <a:xfrm>
            <a:off x="3016931" y="4776260"/>
            <a:ext cx="2651800" cy="106874"/>
            <a:chOff x="3016932" y="4674660"/>
            <a:chExt cx="2366890" cy="102445"/>
          </a:xfrm>
        </p:grpSpPr>
        <p:cxnSp>
          <p:nvCxnSpPr>
            <p:cNvPr id="34" name="直接箭头连接符 33"/>
            <p:cNvCxnSpPr/>
            <p:nvPr/>
          </p:nvCxnSpPr>
          <p:spPr>
            <a:xfrm flipV="1">
              <a:off x="3016932" y="4674660"/>
              <a:ext cx="235839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6" name="直接箭头连接符 35"/>
            <p:cNvCxnSpPr/>
            <p:nvPr/>
          </p:nvCxnSpPr>
          <p:spPr>
            <a:xfrm>
              <a:off x="3025822" y="4777105"/>
              <a:ext cx="235800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38" name="文本框 37"/>
          <p:cNvSpPr txBox="1"/>
          <p:nvPr/>
        </p:nvSpPr>
        <p:spPr>
          <a:xfrm>
            <a:off x="2923488" y="2487293"/>
            <a:ext cx="2772000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Step1.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Send payment Intent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3024551" y="4422205"/>
            <a:ext cx="2693623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charset="0"/>
                <a:cs typeface="Times New Roman" panose="02020603050405020304" charset="0"/>
              </a:rPr>
              <a:t>Step3. </a:t>
            </a:r>
            <a:r>
              <a:rPr lang="en-US" altLang="zh-CN" sz="1600" dirty="0">
                <a:latin typeface="Times New Roman" panose="02020603050405020304" charset="0"/>
                <a:cs typeface="Times New Roman" panose="02020603050405020304" charset="0"/>
              </a:rPr>
              <a:t>Construct order request</a:t>
            </a:r>
            <a:endParaRPr lang="en-US" altLang="zh-CN" sz="16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40" name="直接箭头连接符 39"/>
          <p:cNvCxnSpPr/>
          <p:nvPr/>
        </p:nvCxnSpPr>
        <p:spPr>
          <a:xfrm flipV="1">
            <a:off x="5894070" y="4817745"/>
            <a:ext cx="2523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476485" y="4221175"/>
            <a:ext cx="1643019" cy="54234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charset="0"/>
                <a:cs typeface="Times New Roman" panose="02020603050405020304" charset="0"/>
              </a:rPr>
              <a:t>Step4. </a:t>
            </a:r>
            <a:r>
              <a:rPr lang="en-US" altLang="zh-CN" sz="1600" dirty="0">
                <a:latin typeface="Times New Roman" panose="02020603050405020304" charset="0"/>
                <a:cs typeface="Times New Roman" panose="02020603050405020304" charset="0"/>
              </a:rPr>
              <a:t>Relay </a:t>
            </a:r>
            <a:endParaRPr lang="en-US" altLang="zh-CN" sz="16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en-US" altLang="zh-CN" sz="1600" dirty="0">
                <a:latin typeface="Times New Roman" panose="02020603050405020304" charset="0"/>
                <a:cs typeface="Times New Roman" panose="02020603050405020304" charset="0"/>
              </a:rPr>
              <a:t>tampered request</a:t>
            </a:r>
            <a:endParaRPr lang="en-US" altLang="zh-CN" sz="16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8" name="图片 47" descr="恶魔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55077" y="4052265"/>
            <a:ext cx="337820" cy="337820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6133216" y="3210540"/>
            <a:ext cx="2097625" cy="5977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Step2.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Hijack Intent 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Resolution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842307" y="4335780"/>
            <a:ext cx="179705" cy="1010920"/>
          </a:xfrm>
          <a:prstGeom prst="rect">
            <a:avLst/>
          </a:prstGeom>
          <a:solidFill>
            <a:srgbClr val="668BAB"/>
          </a:solidFill>
          <a:ln>
            <a:solidFill>
              <a:srgbClr val="668BA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52" name="图片 51" descr="对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6000" y="4576051"/>
            <a:ext cx="353060" cy="353060"/>
          </a:xfrm>
          <a:prstGeom prst="rect">
            <a:avLst/>
          </a:prstGeom>
        </p:spPr>
      </p:pic>
      <p:cxnSp>
        <p:nvCxnSpPr>
          <p:cNvPr id="53" name="直接箭头连接符 52"/>
          <p:cNvCxnSpPr/>
          <p:nvPr/>
        </p:nvCxnSpPr>
        <p:spPr>
          <a:xfrm>
            <a:off x="5894070" y="2834188"/>
            <a:ext cx="2494505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54" name="图形 6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62646" y="3411088"/>
            <a:ext cx="720000" cy="720000"/>
          </a:xfrm>
          <a:prstGeom prst="rect">
            <a:avLst/>
          </a:prstGeom>
        </p:spPr>
      </p:pic>
      <p:sp>
        <p:nvSpPr>
          <p:cNvPr id="55" name="文本框 54"/>
          <p:cNvSpPr txBox="1"/>
          <p:nvPr/>
        </p:nvSpPr>
        <p:spPr>
          <a:xfrm>
            <a:off x="1693592" y="4013200"/>
            <a:ext cx="2471420" cy="3727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Merchant Platform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8515350" y="2379345"/>
            <a:ext cx="179705" cy="183197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2E54A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2955113" y="2847338"/>
            <a:ext cx="2663748" cy="50463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aaaa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&amp;description</a:t>
            </a: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bbbb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&amp;order_id</a:t>
            </a: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cccc</a:t>
            </a:r>
            <a:r>
              <a:rPr lang="en-US" altLang="zh-CN" sz="1400" dirty="0" err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&amp;sign</a:t>
            </a:r>
            <a:r>
              <a: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=</a:t>
            </a:r>
            <a:r>
              <a:rPr lang="en-US" altLang="zh-CN" sz="1400" dirty="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  <a:endParaRPr lang="en-US" altLang="zh-CN" sz="1400" dirty="0">
              <a:solidFill>
                <a:srgbClr val="0070C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69" name="任意多边形 68"/>
          <p:cNvSpPr/>
          <p:nvPr/>
        </p:nvSpPr>
        <p:spPr>
          <a:xfrm>
            <a:off x="6077560" y="3119955"/>
            <a:ext cx="289480" cy="1376757"/>
          </a:xfrm>
          <a:custGeom>
            <a:avLst/>
            <a:gdLst>
              <a:gd name="connisteX0" fmla="*/ 0 w 362087"/>
              <a:gd name="connsiteY0" fmla="*/ 0 h 1435100"/>
              <a:gd name="connisteX1" fmla="*/ 361950 w 362087"/>
              <a:gd name="connsiteY1" fmla="*/ 705485 h 1435100"/>
              <a:gd name="connisteX2" fmla="*/ 36195 w 362087"/>
              <a:gd name="connsiteY2" fmla="*/ 1435100 h 14351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362088" h="1435100">
                <a:moveTo>
                  <a:pt x="0" y="0"/>
                </a:moveTo>
                <a:cubicBezTo>
                  <a:pt x="78740" y="126365"/>
                  <a:pt x="354965" y="418465"/>
                  <a:pt x="361950" y="705485"/>
                </a:cubicBezTo>
                <a:cubicBezTo>
                  <a:pt x="368935" y="992505"/>
                  <a:pt x="108585" y="1303020"/>
                  <a:pt x="36195" y="1435100"/>
                </a:cubicBezTo>
              </a:path>
            </a:pathLst>
          </a:custGeom>
          <a:noFill/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70" name="组合 69"/>
          <p:cNvGrpSpPr>
            <a:grpSpLocks noChangeAspect="1"/>
          </p:cNvGrpSpPr>
          <p:nvPr/>
        </p:nvGrpSpPr>
        <p:grpSpPr>
          <a:xfrm>
            <a:off x="5646053" y="2487293"/>
            <a:ext cx="457859" cy="900000"/>
            <a:chOff x="6484937" y="882650"/>
            <a:chExt cx="1979295" cy="3890645"/>
          </a:xfrm>
        </p:grpSpPr>
        <p:pic>
          <p:nvPicPr>
            <p:cNvPr id="71" name="图片 70" descr="ef56901b-e67b-48c3-91cc-2ffb6efbef1e"/>
            <p:cNvPicPr>
              <a:picLocks noChangeAspect="1"/>
            </p:cNvPicPr>
            <p:nvPr/>
          </p:nvPicPr>
          <p:blipFill rotWithShape="1">
            <a:blip r:embed="rId7"/>
            <a:srcRect l="30132" t="10719" r="30559" b="12022"/>
            <a:stretch>
              <a:fillRect/>
            </a:stretch>
          </p:blipFill>
          <p:spPr>
            <a:xfrm>
              <a:off x="6484937" y="882650"/>
              <a:ext cx="1979295" cy="3890645"/>
            </a:xfrm>
            <a:prstGeom prst="rect">
              <a:avLst/>
            </a:prstGeom>
          </p:spPr>
        </p:pic>
        <p:pic>
          <p:nvPicPr>
            <p:cNvPr id="72" name="图片 71"/>
            <p:cNvPicPr>
              <a:picLocks noChangeAspect="1"/>
            </p:cNvPicPr>
            <p:nvPr/>
          </p:nvPicPr>
          <p:blipFill rotWithShape="1">
            <a:blip r:embed="rId8"/>
            <a:srcRect l="117" t="-39" r="-220" b="-19"/>
            <a:stretch>
              <a:fillRect/>
            </a:stretch>
          </p:blipFill>
          <p:spPr>
            <a:xfrm>
              <a:off x="6621567" y="1004697"/>
              <a:ext cx="1715983" cy="3618321"/>
            </a:xfrm>
            <a:custGeom>
              <a:avLst/>
              <a:gdLst>
                <a:gd name="connsiteX0" fmla="*/ 854765 w 1715983"/>
                <a:gd name="connsiteY0" fmla="*/ 62102 h 3652899"/>
                <a:gd name="connsiteX1" fmla="*/ 812696 w 1715983"/>
                <a:gd name="connsiteY1" fmla="*/ 104171 h 3652899"/>
                <a:gd name="connsiteX2" fmla="*/ 854765 w 1715983"/>
                <a:gd name="connsiteY2" fmla="*/ 146240 h 3652899"/>
                <a:gd name="connsiteX3" fmla="*/ 896834 w 1715983"/>
                <a:gd name="connsiteY3" fmla="*/ 104171 h 3652899"/>
                <a:gd name="connsiteX4" fmla="*/ 854765 w 1715983"/>
                <a:gd name="connsiteY4" fmla="*/ 62102 h 3652899"/>
                <a:gd name="connsiteX5" fmla="*/ 142873 w 1715983"/>
                <a:gd name="connsiteY5" fmla="*/ 0 h 3652899"/>
                <a:gd name="connsiteX6" fmla="*/ 1573110 w 1715983"/>
                <a:gd name="connsiteY6" fmla="*/ 0 h 3652899"/>
                <a:gd name="connsiteX7" fmla="*/ 1715983 w 1715983"/>
                <a:gd name="connsiteY7" fmla="*/ 142873 h 3652899"/>
                <a:gd name="connsiteX8" fmla="*/ 1715983 w 1715983"/>
                <a:gd name="connsiteY8" fmla="*/ 3510026 h 3652899"/>
                <a:gd name="connsiteX9" fmla="*/ 1573110 w 1715983"/>
                <a:gd name="connsiteY9" fmla="*/ 3652899 h 3652899"/>
                <a:gd name="connsiteX10" fmla="*/ 142873 w 1715983"/>
                <a:gd name="connsiteY10" fmla="*/ 3652899 h 3652899"/>
                <a:gd name="connsiteX11" fmla="*/ 0 w 1715983"/>
                <a:gd name="connsiteY11" fmla="*/ 3510026 h 3652899"/>
                <a:gd name="connsiteX12" fmla="*/ 0 w 1715983"/>
                <a:gd name="connsiteY12" fmla="*/ 142873 h 3652899"/>
                <a:gd name="connsiteX13" fmla="*/ 142873 w 1715983"/>
                <a:gd name="connsiteY13" fmla="*/ 0 h 365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5983" h="3652899">
                  <a:moveTo>
                    <a:pt x="854765" y="62102"/>
                  </a:moveTo>
                  <a:cubicBezTo>
                    <a:pt x="831531" y="62102"/>
                    <a:pt x="812696" y="80937"/>
                    <a:pt x="812696" y="104171"/>
                  </a:cubicBezTo>
                  <a:cubicBezTo>
                    <a:pt x="812696" y="127405"/>
                    <a:pt x="831531" y="146240"/>
                    <a:pt x="854765" y="146240"/>
                  </a:cubicBezTo>
                  <a:cubicBezTo>
                    <a:pt x="877999" y="146240"/>
                    <a:pt x="896834" y="127405"/>
                    <a:pt x="896834" y="104171"/>
                  </a:cubicBezTo>
                  <a:cubicBezTo>
                    <a:pt x="896834" y="80937"/>
                    <a:pt x="877999" y="62102"/>
                    <a:pt x="854765" y="62102"/>
                  </a:cubicBezTo>
                  <a:close/>
                  <a:moveTo>
                    <a:pt x="142873" y="0"/>
                  </a:moveTo>
                  <a:lnTo>
                    <a:pt x="1573110" y="0"/>
                  </a:lnTo>
                  <a:cubicBezTo>
                    <a:pt x="1652017" y="0"/>
                    <a:pt x="1715983" y="63966"/>
                    <a:pt x="1715983" y="142873"/>
                  </a:cubicBezTo>
                  <a:lnTo>
                    <a:pt x="1715983" y="3510026"/>
                  </a:lnTo>
                  <a:cubicBezTo>
                    <a:pt x="1715983" y="3588933"/>
                    <a:pt x="1652017" y="3652899"/>
                    <a:pt x="1573110" y="3652899"/>
                  </a:cubicBezTo>
                  <a:lnTo>
                    <a:pt x="142873" y="3652899"/>
                  </a:lnTo>
                  <a:cubicBezTo>
                    <a:pt x="63966" y="3652899"/>
                    <a:pt x="0" y="3588933"/>
                    <a:pt x="0" y="3510026"/>
                  </a:cubicBezTo>
                  <a:lnTo>
                    <a:pt x="0" y="142873"/>
                  </a:lnTo>
                  <a:cubicBezTo>
                    <a:pt x="0" y="63966"/>
                    <a:pt x="63966" y="0"/>
                    <a:pt x="142873" y="0"/>
                  </a:cubicBezTo>
                  <a:close/>
                </a:path>
              </a:pathLst>
            </a:custGeom>
          </p:spPr>
        </p:pic>
      </p:grpSp>
      <p:grpSp>
        <p:nvGrpSpPr>
          <p:cNvPr id="73" name="组合 72"/>
          <p:cNvGrpSpPr>
            <a:grpSpLocks noChangeAspect="1"/>
          </p:cNvGrpSpPr>
          <p:nvPr/>
        </p:nvGrpSpPr>
        <p:grpSpPr>
          <a:xfrm>
            <a:off x="8392914" y="4314510"/>
            <a:ext cx="457859" cy="900000"/>
            <a:chOff x="5209721" y="2071270"/>
            <a:chExt cx="1979295" cy="3890645"/>
          </a:xfrm>
        </p:grpSpPr>
        <p:pic>
          <p:nvPicPr>
            <p:cNvPr id="74" name="图片 73" descr="ef56901b-e67b-48c3-91cc-2ffb6efbef1e"/>
            <p:cNvPicPr>
              <a:picLocks noChangeAspect="1"/>
            </p:cNvPicPr>
            <p:nvPr/>
          </p:nvPicPr>
          <p:blipFill rotWithShape="1">
            <a:blip r:embed="rId7"/>
            <a:srcRect l="30132" t="10719" r="30559" b="12022"/>
            <a:stretch>
              <a:fillRect/>
            </a:stretch>
          </p:blipFill>
          <p:spPr>
            <a:xfrm>
              <a:off x="5209721" y="2071270"/>
              <a:ext cx="1979295" cy="3890645"/>
            </a:xfrm>
            <a:prstGeom prst="rect">
              <a:avLst/>
            </a:prstGeom>
          </p:spPr>
        </p:pic>
        <p:pic>
          <p:nvPicPr>
            <p:cNvPr id="75" name="图片 74"/>
            <p:cNvPicPr>
              <a:picLocks noChangeAspect="1"/>
            </p:cNvPicPr>
            <p:nvPr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9" t="8" r="-319" b="4903"/>
            <a:stretch>
              <a:fillRect/>
            </a:stretch>
          </p:blipFill>
          <p:spPr>
            <a:xfrm>
              <a:off x="5347408" y="2193608"/>
              <a:ext cx="1714849" cy="3622830"/>
            </a:xfrm>
            <a:custGeom>
              <a:avLst/>
              <a:gdLst>
                <a:gd name="connsiteX0" fmla="*/ 853548 w 1714849"/>
                <a:gd name="connsiteY0" fmla="*/ 61524 h 3622830"/>
                <a:gd name="connsiteX1" fmla="*/ 811479 w 1714849"/>
                <a:gd name="connsiteY1" fmla="*/ 103593 h 3622830"/>
                <a:gd name="connsiteX2" fmla="*/ 853548 w 1714849"/>
                <a:gd name="connsiteY2" fmla="*/ 145662 h 3622830"/>
                <a:gd name="connsiteX3" fmla="*/ 895617 w 1714849"/>
                <a:gd name="connsiteY3" fmla="*/ 103593 h 3622830"/>
                <a:gd name="connsiteX4" fmla="*/ 853548 w 1714849"/>
                <a:gd name="connsiteY4" fmla="*/ 61524 h 3622830"/>
                <a:gd name="connsiteX5" fmla="*/ 149912 w 1714849"/>
                <a:gd name="connsiteY5" fmla="*/ 0 h 3622830"/>
                <a:gd name="connsiteX6" fmla="*/ 1564937 w 1714849"/>
                <a:gd name="connsiteY6" fmla="*/ 0 h 3622830"/>
                <a:gd name="connsiteX7" fmla="*/ 1714849 w 1714849"/>
                <a:gd name="connsiteY7" fmla="*/ 149912 h 3622830"/>
                <a:gd name="connsiteX8" fmla="*/ 1714849 w 1714849"/>
                <a:gd name="connsiteY8" fmla="*/ 3472918 h 3622830"/>
                <a:gd name="connsiteX9" fmla="*/ 1564937 w 1714849"/>
                <a:gd name="connsiteY9" fmla="*/ 3622830 h 3622830"/>
                <a:gd name="connsiteX10" fmla="*/ 149912 w 1714849"/>
                <a:gd name="connsiteY10" fmla="*/ 3622830 h 3622830"/>
                <a:gd name="connsiteX11" fmla="*/ 0 w 1714849"/>
                <a:gd name="connsiteY11" fmla="*/ 3472918 h 3622830"/>
                <a:gd name="connsiteX12" fmla="*/ 0 w 1714849"/>
                <a:gd name="connsiteY12" fmla="*/ 149912 h 3622830"/>
                <a:gd name="connsiteX13" fmla="*/ 149912 w 1714849"/>
                <a:gd name="connsiteY13" fmla="*/ 0 h 3622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4849" h="3622830">
                  <a:moveTo>
                    <a:pt x="853548" y="61524"/>
                  </a:moveTo>
                  <a:cubicBezTo>
                    <a:pt x="830314" y="61524"/>
                    <a:pt x="811479" y="80359"/>
                    <a:pt x="811479" y="103593"/>
                  </a:cubicBezTo>
                  <a:cubicBezTo>
                    <a:pt x="811479" y="126827"/>
                    <a:pt x="830314" y="145662"/>
                    <a:pt x="853548" y="145662"/>
                  </a:cubicBezTo>
                  <a:cubicBezTo>
                    <a:pt x="876782" y="145662"/>
                    <a:pt x="895617" y="126827"/>
                    <a:pt x="895617" y="103593"/>
                  </a:cubicBezTo>
                  <a:cubicBezTo>
                    <a:pt x="895617" y="80359"/>
                    <a:pt x="876782" y="61524"/>
                    <a:pt x="853548" y="61524"/>
                  </a:cubicBezTo>
                  <a:close/>
                  <a:moveTo>
                    <a:pt x="149912" y="0"/>
                  </a:moveTo>
                  <a:lnTo>
                    <a:pt x="1564937" y="0"/>
                  </a:lnTo>
                  <a:cubicBezTo>
                    <a:pt x="1647731" y="0"/>
                    <a:pt x="1714849" y="67118"/>
                    <a:pt x="1714849" y="149912"/>
                  </a:cubicBezTo>
                  <a:lnTo>
                    <a:pt x="1714849" y="3472918"/>
                  </a:lnTo>
                  <a:cubicBezTo>
                    <a:pt x="1714849" y="3555712"/>
                    <a:pt x="1647731" y="3622830"/>
                    <a:pt x="1564937" y="3622830"/>
                  </a:cubicBezTo>
                  <a:lnTo>
                    <a:pt x="149912" y="3622830"/>
                  </a:lnTo>
                  <a:cubicBezTo>
                    <a:pt x="67118" y="3622830"/>
                    <a:pt x="0" y="3555712"/>
                    <a:pt x="0" y="3472918"/>
                  </a:cubicBezTo>
                  <a:lnTo>
                    <a:pt x="0" y="149912"/>
                  </a:lnTo>
                  <a:cubicBezTo>
                    <a:pt x="0" y="67118"/>
                    <a:pt x="67118" y="0"/>
                    <a:pt x="149912" y="0"/>
                  </a:cubicBezTo>
                  <a:close/>
                </a:path>
              </a:pathLst>
            </a:custGeom>
          </p:spPr>
        </p:pic>
      </p:grpSp>
      <p:grpSp>
        <p:nvGrpSpPr>
          <p:cNvPr id="76" name="组合 75"/>
          <p:cNvGrpSpPr>
            <a:grpSpLocks noChangeAspect="1"/>
          </p:cNvGrpSpPr>
          <p:nvPr/>
        </p:nvGrpSpPr>
        <p:grpSpPr>
          <a:xfrm>
            <a:off x="5646053" y="4314510"/>
            <a:ext cx="457859" cy="900000"/>
            <a:chOff x="6484937" y="882650"/>
            <a:chExt cx="1979295" cy="3890645"/>
          </a:xfrm>
        </p:grpSpPr>
        <p:pic>
          <p:nvPicPr>
            <p:cNvPr id="78" name="图片 77" descr="ef56901b-e67b-48c3-91cc-2ffb6efbef1e"/>
            <p:cNvPicPr>
              <a:picLocks noChangeAspect="1"/>
            </p:cNvPicPr>
            <p:nvPr/>
          </p:nvPicPr>
          <p:blipFill rotWithShape="1">
            <a:blip r:embed="rId7"/>
            <a:srcRect l="30132" t="10719" r="30559" b="12022"/>
            <a:stretch>
              <a:fillRect/>
            </a:stretch>
          </p:blipFill>
          <p:spPr>
            <a:xfrm>
              <a:off x="6484937" y="882650"/>
              <a:ext cx="1979295" cy="3890645"/>
            </a:xfrm>
            <a:prstGeom prst="rect">
              <a:avLst/>
            </a:prstGeom>
          </p:spPr>
        </p:pic>
        <p:pic>
          <p:nvPicPr>
            <p:cNvPr id="84" name="图片 83"/>
            <p:cNvPicPr>
              <a:picLocks noChangeAspect="1"/>
            </p:cNvPicPr>
            <p:nvPr/>
          </p:nvPicPr>
          <p:blipFill rotWithShape="1"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0" t="-8" r="-290" b="5122"/>
            <a:stretch>
              <a:fillRect/>
            </a:stretch>
          </p:blipFill>
          <p:spPr>
            <a:xfrm>
              <a:off x="6621567" y="1004697"/>
              <a:ext cx="1715983" cy="3618321"/>
            </a:xfrm>
            <a:custGeom>
              <a:avLst/>
              <a:gdLst>
                <a:gd name="connsiteX0" fmla="*/ 854765 w 1715983"/>
                <a:gd name="connsiteY0" fmla="*/ 62102 h 3652899"/>
                <a:gd name="connsiteX1" fmla="*/ 812696 w 1715983"/>
                <a:gd name="connsiteY1" fmla="*/ 104171 h 3652899"/>
                <a:gd name="connsiteX2" fmla="*/ 854765 w 1715983"/>
                <a:gd name="connsiteY2" fmla="*/ 146240 h 3652899"/>
                <a:gd name="connsiteX3" fmla="*/ 896834 w 1715983"/>
                <a:gd name="connsiteY3" fmla="*/ 104171 h 3652899"/>
                <a:gd name="connsiteX4" fmla="*/ 854765 w 1715983"/>
                <a:gd name="connsiteY4" fmla="*/ 62102 h 3652899"/>
                <a:gd name="connsiteX5" fmla="*/ 142873 w 1715983"/>
                <a:gd name="connsiteY5" fmla="*/ 0 h 3652899"/>
                <a:gd name="connsiteX6" fmla="*/ 1573110 w 1715983"/>
                <a:gd name="connsiteY6" fmla="*/ 0 h 3652899"/>
                <a:gd name="connsiteX7" fmla="*/ 1715983 w 1715983"/>
                <a:gd name="connsiteY7" fmla="*/ 142873 h 3652899"/>
                <a:gd name="connsiteX8" fmla="*/ 1715983 w 1715983"/>
                <a:gd name="connsiteY8" fmla="*/ 3510026 h 3652899"/>
                <a:gd name="connsiteX9" fmla="*/ 1573110 w 1715983"/>
                <a:gd name="connsiteY9" fmla="*/ 3652899 h 3652899"/>
                <a:gd name="connsiteX10" fmla="*/ 142873 w 1715983"/>
                <a:gd name="connsiteY10" fmla="*/ 3652899 h 3652899"/>
                <a:gd name="connsiteX11" fmla="*/ 0 w 1715983"/>
                <a:gd name="connsiteY11" fmla="*/ 3510026 h 3652899"/>
                <a:gd name="connsiteX12" fmla="*/ 0 w 1715983"/>
                <a:gd name="connsiteY12" fmla="*/ 142873 h 3652899"/>
                <a:gd name="connsiteX13" fmla="*/ 142873 w 1715983"/>
                <a:gd name="connsiteY13" fmla="*/ 0 h 365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5983" h="3652899">
                  <a:moveTo>
                    <a:pt x="854765" y="62102"/>
                  </a:moveTo>
                  <a:cubicBezTo>
                    <a:pt x="831531" y="62102"/>
                    <a:pt x="812696" y="80937"/>
                    <a:pt x="812696" y="104171"/>
                  </a:cubicBezTo>
                  <a:cubicBezTo>
                    <a:pt x="812696" y="127405"/>
                    <a:pt x="831531" y="146240"/>
                    <a:pt x="854765" y="146240"/>
                  </a:cubicBezTo>
                  <a:cubicBezTo>
                    <a:pt x="877999" y="146240"/>
                    <a:pt x="896834" y="127405"/>
                    <a:pt x="896834" y="104171"/>
                  </a:cubicBezTo>
                  <a:cubicBezTo>
                    <a:pt x="896834" y="80937"/>
                    <a:pt x="877999" y="62102"/>
                    <a:pt x="854765" y="62102"/>
                  </a:cubicBezTo>
                  <a:close/>
                  <a:moveTo>
                    <a:pt x="142873" y="0"/>
                  </a:moveTo>
                  <a:lnTo>
                    <a:pt x="1573110" y="0"/>
                  </a:lnTo>
                  <a:cubicBezTo>
                    <a:pt x="1652017" y="0"/>
                    <a:pt x="1715983" y="63966"/>
                    <a:pt x="1715983" y="142873"/>
                  </a:cubicBezTo>
                  <a:lnTo>
                    <a:pt x="1715983" y="3510026"/>
                  </a:lnTo>
                  <a:cubicBezTo>
                    <a:pt x="1715983" y="3588933"/>
                    <a:pt x="1652017" y="3652899"/>
                    <a:pt x="1573110" y="3652899"/>
                  </a:cubicBezTo>
                  <a:lnTo>
                    <a:pt x="142873" y="3652899"/>
                  </a:lnTo>
                  <a:cubicBezTo>
                    <a:pt x="63966" y="3652899"/>
                    <a:pt x="0" y="3588933"/>
                    <a:pt x="0" y="3510026"/>
                  </a:cubicBezTo>
                  <a:lnTo>
                    <a:pt x="0" y="142873"/>
                  </a:lnTo>
                  <a:cubicBezTo>
                    <a:pt x="0" y="63966"/>
                    <a:pt x="63966" y="0"/>
                    <a:pt x="142873" y="0"/>
                  </a:cubicBezTo>
                  <a:close/>
                </a:path>
              </a:pathLst>
            </a:custGeom>
          </p:spPr>
        </p:pic>
      </p:grpSp>
      <p:pic>
        <p:nvPicPr>
          <p:cNvPr id="50" name="图片 49" descr="错误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128706" y="2714941"/>
            <a:ext cx="259715" cy="259715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2835322" y="2381250"/>
            <a:ext cx="179705" cy="96120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2973377" y="4883134"/>
            <a:ext cx="2663748" cy="49148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amount=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aaaa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&amp;description</a:t>
            </a: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bbbb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&amp;order_id</a:t>
            </a: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=</a:t>
            </a:r>
            <a:r>
              <a:rPr lang="en-US" altLang="zh-CN" sz="1400" dirty="0" err="1">
                <a:solidFill>
                  <a:srgbClr val="C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xxxx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&amp;sign</a:t>
            </a: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=</a:t>
            </a:r>
            <a:r>
              <a:rPr lang="en-US" altLang="zh-CN" sz="1400" dirty="0">
                <a:solidFill>
                  <a:srgbClr val="C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  <a:endParaRPr lang="en-US" altLang="zh-CN" sz="1400" dirty="0">
              <a:solidFill>
                <a:srgbClr val="C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4727551" y="1466134"/>
            <a:ext cx="2471420" cy="886102"/>
            <a:chOff x="4727551" y="1466134"/>
            <a:chExt cx="2471420" cy="886102"/>
          </a:xfrm>
        </p:grpSpPr>
        <p:grpSp>
          <p:nvGrpSpPr>
            <p:cNvPr id="12" name="组合 11"/>
            <p:cNvGrpSpPr/>
            <p:nvPr/>
          </p:nvGrpSpPr>
          <p:grpSpPr>
            <a:xfrm>
              <a:off x="5558302" y="1466134"/>
              <a:ext cx="840740" cy="487825"/>
              <a:chOff x="5558302" y="1501789"/>
              <a:chExt cx="840740" cy="487825"/>
            </a:xfrm>
          </p:grpSpPr>
          <p:grpSp>
            <p:nvGrpSpPr>
              <p:cNvPr id="43" name="组合 42"/>
              <p:cNvGrpSpPr>
                <a:grpSpLocks noChangeAspect="1"/>
              </p:cNvGrpSpPr>
              <p:nvPr/>
            </p:nvGrpSpPr>
            <p:grpSpPr>
              <a:xfrm>
                <a:off x="5558302" y="1501789"/>
                <a:ext cx="475615" cy="470535"/>
                <a:chOff x="4445000" y="739632"/>
                <a:chExt cx="375710" cy="371203"/>
              </a:xfrm>
              <a:solidFill>
                <a:srgbClr val="AC1F18"/>
              </a:solidFill>
            </p:grpSpPr>
            <p:sp>
              <p:nvSpPr>
                <p:cNvPr id="44" name="矩形: 圆角 63"/>
                <p:cNvSpPr/>
                <p:nvPr/>
              </p:nvSpPr>
              <p:spPr>
                <a:xfrm>
                  <a:off x="4445000" y="740833"/>
                  <a:ext cx="156634" cy="156634"/>
                </a:xfrm>
                <a:prstGeom prst="roundRect">
                  <a:avLst/>
                </a:prstGeom>
                <a:grpFill/>
                <a:ln w="38100">
                  <a:solidFill>
                    <a:srgbClr val="AC1F1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charset="0"/>
                    <a:cs typeface="Times New Roman" panose="02020603050405020304" charset="0"/>
                  </a:endParaRPr>
                </a:p>
              </p:txBody>
            </p:sp>
            <p:sp>
              <p:nvSpPr>
                <p:cNvPr id="45" name="矩形: 圆角 64"/>
                <p:cNvSpPr/>
                <p:nvPr/>
              </p:nvSpPr>
              <p:spPr>
                <a:xfrm>
                  <a:off x="4445000" y="954201"/>
                  <a:ext cx="156634" cy="156634"/>
                </a:xfrm>
                <a:prstGeom prst="roundRect">
                  <a:avLst/>
                </a:prstGeom>
                <a:grpFill/>
                <a:ln w="38100">
                  <a:solidFill>
                    <a:srgbClr val="AC1F1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charset="0"/>
                    <a:cs typeface="Times New Roman" panose="02020603050405020304" charset="0"/>
                  </a:endParaRPr>
                </a:p>
              </p:txBody>
            </p:sp>
            <p:sp>
              <p:nvSpPr>
                <p:cNvPr id="46" name="矩形: 圆角 65"/>
                <p:cNvSpPr/>
                <p:nvPr/>
              </p:nvSpPr>
              <p:spPr>
                <a:xfrm rot="1800000">
                  <a:off x="4672028" y="739632"/>
                  <a:ext cx="145198" cy="138592"/>
                </a:xfrm>
                <a:prstGeom prst="roundRect">
                  <a:avLst/>
                </a:prstGeom>
                <a:noFill/>
                <a:ln w="57150">
                  <a:solidFill>
                    <a:srgbClr val="AC1F18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grpFill/>
                    </a14:hiddenFill>
                  </a:ext>
                </a:ex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charset="0"/>
                    <a:cs typeface="Times New Roman" panose="02020603050405020304" charset="0"/>
                  </a:endParaRPr>
                </a:p>
              </p:txBody>
            </p:sp>
            <p:sp>
              <p:nvSpPr>
                <p:cNvPr id="47" name="矩形: 圆角 66"/>
                <p:cNvSpPr/>
                <p:nvPr/>
              </p:nvSpPr>
              <p:spPr>
                <a:xfrm>
                  <a:off x="4664075" y="954201"/>
                  <a:ext cx="156635" cy="156634"/>
                </a:xfrm>
                <a:prstGeom prst="roundRect">
                  <a:avLst/>
                </a:prstGeom>
                <a:grpFill/>
                <a:ln w="38100">
                  <a:solidFill>
                    <a:srgbClr val="AC1F1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charset="0"/>
                    <a:cs typeface="Times New Roman" panose="02020603050405020304" charset="0"/>
                  </a:endParaRPr>
                </a:p>
              </p:txBody>
            </p:sp>
          </p:grpSp>
          <p:pic>
            <p:nvPicPr>
              <p:cNvPr id="59" name="图片 58" descr="恶魔"/>
              <p:cNvPicPr>
                <a:picLocks noChangeAspect="1"/>
              </p:cNvPicPr>
              <p:nvPr/>
            </p:nvPicPr>
            <p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6061222" y="1651794"/>
                <a:ext cx="337820" cy="337820"/>
              </a:xfrm>
              <a:prstGeom prst="rect">
                <a:avLst/>
              </a:prstGeom>
            </p:spPr>
          </p:pic>
        </p:grpSp>
        <p:sp>
          <p:nvSpPr>
            <p:cNvPr id="61" name="文本框 60"/>
            <p:cNvSpPr txBox="1"/>
            <p:nvPr/>
          </p:nvSpPr>
          <p:spPr>
            <a:xfrm>
              <a:off x="4727551" y="1979491"/>
              <a:ext cx="2471420" cy="37274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dirty="0">
                  <a:latin typeface="Times New Roman" panose="02020603050405020304" charset="0"/>
                  <a:cs typeface="Times New Roman" panose="02020603050405020304" charset="0"/>
                </a:rPr>
                <a:t>Malicious Application </a:t>
              </a:r>
              <a:endParaRPr lang="en-US" altLang="zh-CN" dirty="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grpSp>
        <p:nvGrpSpPr>
          <p:cNvPr id="16" name="组合 15"/>
          <p:cNvGrpSpPr/>
          <p:nvPr/>
        </p:nvGrpSpPr>
        <p:grpSpPr>
          <a:xfrm>
            <a:off x="7503606" y="1350046"/>
            <a:ext cx="2471420" cy="1002190"/>
            <a:chOff x="7503606" y="1350046"/>
            <a:chExt cx="2471420" cy="1002190"/>
          </a:xfrm>
        </p:grpSpPr>
        <p:pic>
          <p:nvPicPr>
            <p:cNvPr id="25" name="图形 11"/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8262435" y="1350046"/>
              <a:ext cx="720000" cy="720000"/>
            </a:xfrm>
            <a:prstGeom prst="rect">
              <a:avLst/>
            </a:prstGeom>
          </p:spPr>
        </p:pic>
        <p:sp>
          <p:nvSpPr>
            <p:cNvPr id="64" name="文本框 63"/>
            <p:cNvSpPr txBox="1"/>
            <p:nvPr/>
          </p:nvSpPr>
          <p:spPr>
            <a:xfrm>
              <a:off x="7503606" y="1979491"/>
              <a:ext cx="2471420" cy="37274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charset="0"/>
                  <a:cs typeface="Times New Roman" panose="02020603050405020304" charset="0"/>
                </a:rPr>
                <a:t>Payment Application</a:t>
              </a:r>
              <a:endParaRPr lang="en-US" altLang="zh-CN" dirty="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/>
          <p:cNvSpPr/>
          <p:nvPr/>
        </p:nvSpPr>
        <p:spPr>
          <a:xfrm>
            <a:off x="1624965" y="3774440"/>
            <a:ext cx="7439025" cy="1589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1617980" y="1366520"/>
            <a:ext cx="7439025" cy="21316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任意多边形 19"/>
          <p:cNvSpPr/>
          <p:nvPr/>
        </p:nvSpPr>
        <p:spPr>
          <a:xfrm>
            <a:off x="5167630" y="2712085"/>
            <a:ext cx="297327" cy="1379220"/>
          </a:xfrm>
          <a:custGeom>
            <a:avLst/>
            <a:gdLst>
              <a:gd name="connsiteX0" fmla="*/ 204 w 468"/>
              <a:gd name="connsiteY0" fmla="*/ 0 h 2172"/>
              <a:gd name="connsiteX1" fmla="*/ 462 w 468"/>
              <a:gd name="connsiteY1" fmla="*/ 566 h 2172"/>
              <a:gd name="connsiteX2" fmla="*/ 0 w 468"/>
              <a:gd name="connsiteY2" fmla="*/ 2172 h 2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68" h="2172">
                <a:moveTo>
                  <a:pt x="204" y="0"/>
                </a:moveTo>
                <a:cubicBezTo>
                  <a:pt x="312" y="95"/>
                  <a:pt x="397" y="296"/>
                  <a:pt x="462" y="566"/>
                </a:cubicBezTo>
                <a:cubicBezTo>
                  <a:pt x="528" y="837"/>
                  <a:pt x="49" y="2023"/>
                  <a:pt x="0" y="2172"/>
                </a:cubicBezTo>
              </a:path>
            </a:pathLst>
          </a:cu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2790190" y="15170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4A5F7E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1797685" y="199898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Merchant Application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33" name="图形 1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7485" y="1413546"/>
            <a:ext cx="720000" cy="7200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7147560" y="1993265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Payment Application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2943225" y="2381250"/>
            <a:ext cx="179705" cy="86233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8298815" y="2381250"/>
            <a:ext cx="180000" cy="864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5624195" y="3891600"/>
            <a:ext cx="179705" cy="1210310"/>
          </a:xfrm>
          <a:prstGeom prst="rect">
            <a:avLst/>
          </a:prstGeom>
          <a:solidFill>
            <a:srgbClr val="AC1F18"/>
          </a:solidFill>
          <a:ln>
            <a:solidFill>
              <a:srgbClr val="AC1F18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470400" y="2016125"/>
            <a:ext cx="2471420" cy="250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Malicious Application 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3207385" y="2684780"/>
            <a:ext cx="2494800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3172225" y="2642870"/>
            <a:ext cx="476250" cy="3238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S1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801745" y="2388870"/>
            <a:ext cx="3841750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5" name="直接箭头连接符 14"/>
          <p:cNvCxnSpPr/>
          <p:nvPr/>
        </p:nvCxnSpPr>
        <p:spPr>
          <a:xfrm>
            <a:off x="3194050" y="4118610"/>
            <a:ext cx="2306955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/>
          <p:nvPr/>
        </p:nvCxnSpPr>
        <p:spPr>
          <a:xfrm flipV="1">
            <a:off x="3202940" y="444754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5500370" y="3141345"/>
            <a:ext cx="480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S2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171190" y="3775075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S3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190240" y="2687955"/>
            <a:ext cx="23831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Send payment request</a:t>
            </a:r>
            <a:endParaRPr lang="en-US" altLang="zh-CN" sz="14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328035" y="3835400"/>
            <a:ext cx="1804035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Order parameters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6" name="直接箭头连接符 15"/>
          <p:cNvCxnSpPr/>
          <p:nvPr/>
        </p:nvCxnSpPr>
        <p:spPr>
          <a:xfrm flipV="1">
            <a:off x="5895975" y="470408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5927725" y="4380230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S4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893435" y="4415790"/>
            <a:ext cx="2203450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Tampered request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3" name="组合 2"/>
          <p:cNvGrpSpPr>
            <a:grpSpLocks noChangeAspect="1"/>
          </p:cNvGrpSpPr>
          <p:nvPr/>
        </p:nvGrpSpPr>
        <p:grpSpPr>
          <a:xfrm>
            <a:off x="5476240" y="1515600"/>
            <a:ext cx="475615" cy="470535"/>
            <a:chOff x="4445000" y="739632"/>
            <a:chExt cx="375710" cy="371203"/>
          </a:xfrm>
          <a:solidFill>
            <a:srgbClr val="AC1F18"/>
          </a:solidFill>
        </p:grpSpPr>
        <p:sp>
          <p:nvSpPr>
            <p:cNvPr id="8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2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3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AC1F18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4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pic>
        <p:nvPicPr>
          <p:cNvPr id="27" name="图片 26" descr="恶魔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46775" y="1723390"/>
            <a:ext cx="318135" cy="318135"/>
          </a:xfrm>
          <a:prstGeom prst="rect">
            <a:avLst/>
          </a:prstGeom>
        </p:spPr>
      </p:pic>
      <p:sp>
        <p:nvSpPr>
          <p:cNvPr id="31" name="文本框 30"/>
          <p:cNvSpPr txBox="1"/>
          <p:nvPr/>
        </p:nvSpPr>
        <p:spPr>
          <a:xfrm>
            <a:off x="5784850" y="3181985"/>
            <a:ext cx="14306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Hijack Request</a:t>
            </a:r>
            <a:endParaRPr lang="en-US" altLang="zh-CN" sz="14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3202940" y="4458335"/>
            <a:ext cx="229806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 b="1">
                <a:solidFill>
                  <a:srgbClr val="FAA09C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5" name="直接箭头连接符 34"/>
          <p:cNvCxnSpPr/>
          <p:nvPr/>
        </p:nvCxnSpPr>
        <p:spPr>
          <a:xfrm>
            <a:off x="5563235" y="2684780"/>
            <a:ext cx="2646000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9" name="图片 8" descr="错误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71130" y="2555240"/>
            <a:ext cx="259715" cy="259715"/>
          </a:xfrm>
          <a:prstGeom prst="rect">
            <a:avLst/>
          </a:prstGeom>
        </p:spPr>
      </p:pic>
      <p:sp>
        <p:nvSpPr>
          <p:cNvPr id="36" name="矩形 35"/>
          <p:cNvSpPr/>
          <p:nvPr/>
        </p:nvSpPr>
        <p:spPr>
          <a:xfrm>
            <a:off x="1431290" y="1196340"/>
            <a:ext cx="1211580" cy="539115"/>
          </a:xfrm>
          <a:prstGeom prst="rect">
            <a:avLst/>
          </a:prstGeom>
          <a:solidFill>
            <a:srgbClr val="EAEAEA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Victim’s device</a:t>
            </a:r>
            <a:endParaRPr lang="en-US" altLang="zh-CN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2943225" y="3891915"/>
            <a:ext cx="179705" cy="120960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1624965" y="3774440"/>
            <a:ext cx="1211580" cy="53911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Attacker’s device</a:t>
            </a:r>
            <a:endParaRPr lang="en-US" altLang="zh-CN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8298000" y="3891915"/>
            <a:ext cx="180000" cy="12096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2" name="图片 41" descr="对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56525" y="4458335"/>
            <a:ext cx="353060" cy="3530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3488174" y="1342379"/>
            <a:ext cx="5436304" cy="3890645"/>
            <a:chOff x="3958074" y="1164579"/>
            <a:chExt cx="5436304" cy="3890645"/>
          </a:xfrm>
        </p:grpSpPr>
        <p:grpSp>
          <p:nvGrpSpPr>
            <p:cNvPr id="5" name="组合 4"/>
            <p:cNvGrpSpPr/>
            <p:nvPr/>
          </p:nvGrpSpPr>
          <p:grpSpPr>
            <a:xfrm>
              <a:off x="3958074" y="1164579"/>
              <a:ext cx="2320902" cy="3890645"/>
              <a:chOff x="3407229" y="1164579"/>
              <a:chExt cx="2320902" cy="3890645"/>
            </a:xfrm>
          </p:grpSpPr>
          <p:grpSp>
            <p:nvGrpSpPr>
              <p:cNvPr id="4" name="组合 3"/>
              <p:cNvGrpSpPr/>
              <p:nvPr/>
            </p:nvGrpSpPr>
            <p:grpSpPr>
              <a:xfrm>
                <a:off x="3407229" y="1164579"/>
                <a:ext cx="1979295" cy="3890645"/>
                <a:chOff x="5209721" y="2071270"/>
                <a:chExt cx="1979295" cy="3890645"/>
              </a:xfrm>
            </p:grpSpPr>
            <p:pic>
              <p:nvPicPr>
                <p:cNvPr id="19" name="图片 18" descr="ef56901b-e67b-48c3-91cc-2ffb6efbef1e"/>
                <p:cNvPicPr>
                  <a:picLocks noChangeAspect="1"/>
                </p:cNvPicPr>
                <p:nvPr/>
              </p:nvPicPr>
              <p:blipFill rotWithShape="1">
                <a:blip r:embed="rId1"/>
                <a:srcRect l="30132" t="10719" r="30559" b="12022"/>
                <a:stretch>
                  <a:fillRect/>
                </a:stretch>
              </p:blipFill>
              <p:spPr>
                <a:xfrm>
                  <a:off x="5209721" y="2071270"/>
                  <a:ext cx="1979295" cy="3890645"/>
                </a:xfrm>
                <a:prstGeom prst="rect">
                  <a:avLst/>
                </a:prstGeom>
              </p:spPr>
            </p:pic>
            <p:pic>
              <p:nvPicPr>
                <p:cNvPr id="20" name="图片 19" descr="D:/实验研究/论文研究/支付协议/支付协议/支付模型ppt/2.jpg2"/>
                <p:cNvPicPr>
                  <a:picLocks noChangeAspect="1"/>
                </p:cNvPicPr>
                <p:nvPr/>
              </p:nvPicPr>
              <p:blipFill rotWithShape="1">
                <a:blip r:embed="rId2"/>
                <a:srcRect l="262" t="21" r="-17" b="31"/>
                <a:stretch>
                  <a:fillRect/>
                </a:stretch>
              </p:blipFill>
              <p:spPr>
                <a:xfrm>
                  <a:off x="5347408" y="2193608"/>
                  <a:ext cx="1714849" cy="3622830"/>
                </a:xfrm>
                <a:custGeom>
                  <a:avLst/>
                  <a:gdLst>
                    <a:gd name="connsiteX0" fmla="*/ 853548 w 1714849"/>
                    <a:gd name="connsiteY0" fmla="*/ 61524 h 3622830"/>
                    <a:gd name="connsiteX1" fmla="*/ 811479 w 1714849"/>
                    <a:gd name="connsiteY1" fmla="*/ 103593 h 3622830"/>
                    <a:gd name="connsiteX2" fmla="*/ 853548 w 1714849"/>
                    <a:gd name="connsiteY2" fmla="*/ 145662 h 3622830"/>
                    <a:gd name="connsiteX3" fmla="*/ 895617 w 1714849"/>
                    <a:gd name="connsiteY3" fmla="*/ 103593 h 3622830"/>
                    <a:gd name="connsiteX4" fmla="*/ 853548 w 1714849"/>
                    <a:gd name="connsiteY4" fmla="*/ 61524 h 3622830"/>
                    <a:gd name="connsiteX5" fmla="*/ 149912 w 1714849"/>
                    <a:gd name="connsiteY5" fmla="*/ 0 h 3622830"/>
                    <a:gd name="connsiteX6" fmla="*/ 1564937 w 1714849"/>
                    <a:gd name="connsiteY6" fmla="*/ 0 h 3622830"/>
                    <a:gd name="connsiteX7" fmla="*/ 1714849 w 1714849"/>
                    <a:gd name="connsiteY7" fmla="*/ 149912 h 3622830"/>
                    <a:gd name="connsiteX8" fmla="*/ 1714849 w 1714849"/>
                    <a:gd name="connsiteY8" fmla="*/ 3472918 h 3622830"/>
                    <a:gd name="connsiteX9" fmla="*/ 1564937 w 1714849"/>
                    <a:gd name="connsiteY9" fmla="*/ 3622830 h 3622830"/>
                    <a:gd name="connsiteX10" fmla="*/ 149912 w 1714849"/>
                    <a:gd name="connsiteY10" fmla="*/ 3622830 h 3622830"/>
                    <a:gd name="connsiteX11" fmla="*/ 0 w 1714849"/>
                    <a:gd name="connsiteY11" fmla="*/ 3472918 h 3622830"/>
                    <a:gd name="connsiteX12" fmla="*/ 0 w 1714849"/>
                    <a:gd name="connsiteY12" fmla="*/ 149912 h 3622830"/>
                    <a:gd name="connsiteX13" fmla="*/ 149912 w 1714849"/>
                    <a:gd name="connsiteY13" fmla="*/ 0 h 36228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1714849" h="3622830">
                      <a:moveTo>
                        <a:pt x="853548" y="61524"/>
                      </a:moveTo>
                      <a:cubicBezTo>
                        <a:pt x="830314" y="61524"/>
                        <a:pt x="811479" y="80359"/>
                        <a:pt x="811479" y="103593"/>
                      </a:cubicBezTo>
                      <a:cubicBezTo>
                        <a:pt x="811479" y="126827"/>
                        <a:pt x="830314" y="145662"/>
                        <a:pt x="853548" y="145662"/>
                      </a:cubicBezTo>
                      <a:cubicBezTo>
                        <a:pt x="876782" y="145662"/>
                        <a:pt x="895617" y="126827"/>
                        <a:pt x="895617" y="103593"/>
                      </a:cubicBezTo>
                      <a:cubicBezTo>
                        <a:pt x="895617" y="80359"/>
                        <a:pt x="876782" y="61524"/>
                        <a:pt x="853548" y="61524"/>
                      </a:cubicBezTo>
                      <a:close/>
                      <a:moveTo>
                        <a:pt x="149912" y="0"/>
                      </a:moveTo>
                      <a:lnTo>
                        <a:pt x="1564937" y="0"/>
                      </a:lnTo>
                      <a:cubicBezTo>
                        <a:pt x="1647731" y="0"/>
                        <a:pt x="1714849" y="67118"/>
                        <a:pt x="1714849" y="149912"/>
                      </a:cubicBezTo>
                      <a:lnTo>
                        <a:pt x="1714849" y="3472918"/>
                      </a:lnTo>
                      <a:cubicBezTo>
                        <a:pt x="1714849" y="3555712"/>
                        <a:pt x="1647731" y="3622830"/>
                        <a:pt x="1564937" y="3622830"/>
                      </a:cubicBezTo>
                      <a:lnTo>
                        <a:pt x="149912" y="3622830"/>
                      </a:lnTo>
                      <a:cubicBezTo>
                        <a:pt x="67118" y="3622830"/>
                        <a:pt x="0" y="3555712"/>
                        <a:pt x="0" y="3472918"/>
                      </a:cubicBezTo>
                      <a:lnTo>
                        <a:pt x="0" y="149912"/>
                      </a:lnTo>
                      <a:cubicBezTo>
                        <a:pt x="0" y="67118"/>
                        <a:pt x="67118" y="0"/>
                        <a:pt x="149912" y="0"/>
                      </a:cubicBezTo>
                      <a:close/>
                    </a:path>
                  </a:pathLst>
                </a:custGeom>
              </p:spPr>
            </p:pic>
          </p:grpSp>
          <p:pic>
            <p:nvPicPr>
              <p:cNvPr id="2" name="图片 1" descr="D:/实验研究/论文研究/支付协议/支付协议/支付模型ppt/序号1-01.svg序号1-01"/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 t="23" b="23"/>
              <a:stretch>
                <a:fillRect/>
              </a:stretch>
            </p:blipFill>
            <p:spPr>
              <a:xfrm>
                <a:off x="5483701" y="1418355"/>
                <a:ext cx="244430" cy="244430"/>
              </a:xfrm>
              <a:prstGeom prst="rect">
                <a:avLst/>
              </a:prstGeom>
            </p:spPr>
          </p:pic>
        </p:grpSp>
        <p:grpSp>
          <p:nvGrpSpPr>
            <p:cNvPr id="6" name="组合 5"/>
            <p:cNvGrpSpPr/>
            <p:nvPr/>
          </p:nvGrpSpPr>
          <p:grpSpPr>
            <a:xfrm>
              <a:off x="7073476" y="1164579"/>
              <a:ext cx="2320902" cy="3890645"/>
              <a:chOff x="7073476" y="1164579"/>
              <a:chExt cx="2320902" cy="3890645"/>
            </a:xfrm>
          </p:grpSpPr>
          <p:grpSp>
            <p:nvGrpSpPr>
              <p:cNvPr id="3" name="组合 2"/>
              <p:cNvGrpSpPr/>
              <p:nvPr/>
            </p:nvGrpSpPr>
            <p:grpSpPr>
              <a:xfrm>
                <a:off x="7073476" y="1164579"/>
                <a:ext cx="1979295" cy="3890645"/>
                <a:chOff x="6484937" y="882650"/>
                <a:chExt cx="1979295" cy="3890645"/>
              </a:xfrm>
            </p:grpSpPr>
            <p:pic>
              <p:nvPicPr>
                <p:cNvPr id="8" name="图片 7" descr="ef56901b-e67b-48c3-91cc-2ffb6efbef1e"/>
                <p:cNvPicPr>
                  <a:picLocks noChangeAspect="1"/>
                </p:cNvPicPr>
                <p:nvPr/>
              </p:nvPicPr>
              <p:blipFill rotWithShape="1">
                <a:blip r:embed="rId1"/>
                <a:srcRect l="30132" t="10719" r="30559" b="12022"/>
                <a:stretch>
                  <a:fillRect/>
                </a:stretch>
              </p:blipFill>
              <p:spPr>
                <a:xfrm>
                  <a:off x="6484937" y="882650"/>
                  <a:ext cx="1979295" cy="3890645"/>
                </a:xfrm>
                <a:prstGeom prst="rect">
                  <a:avLst/>
                </a:prstGeom>
              </p:spPr>
            </p:pic>
            <p:pic>
              <p:nvPicPr>
                <p:cNvPr id="18" name="图片 17"/>
                <p:cNvPicPr>
                  <a:picLocks noChangeAspect="1"/>
                </p:cNvPicPr>
                <p:nvPr/>
              </p:nvPicPr>
              <p:blipFill rotWithShape="1">
                <a:blip r:embed="rId5"/>
                <a:srcRect l="117" t="-39" r="-220" b="-19"/>
                <a:stretch>
                  <a:fillRect/>
                </a:stretch>
              </p:blipFill>
              <p:spPr>
                <a:xfrm>
                  <a:off x="6621567" y="1004697"/>
                  <a:ext cx="1715983" cy="3618321"/>
                </a:xfrm>
                <a:custGeom>
                  <a:avLst/>
                  <a:gdLst>
                    <a:gd name="connsiteX0" fmla="*/ 854765 w 1715983"/>
                    <a:gd name="connsiteY0" fmla="*/ 62102 h 3652899"/>
                    <a:gd name="connsiteX1" fmla="*/ 812696 w 1715983"/>
                    <a:gd name="connsiteY1" fmla="*/ 104171 h 3652899"/>
                    <a:gd name="connsiteX2" fmla="*/ 854765 w 1715983"/>
                    <a:gd name="connsiteY2" fmla="*/ 146240 h 3652899"/>
                    <a:gd name="connsiteX3" fmla="*/ 896834 w 1715983"/>
                    <a:gd name="connsiteY3" fmla="*/ 104171 h 3652899"/>
                    <a:gd name="connsiteX4" fmla="*/ 854765 w 1715983"/>
                    <a:gd name="connsiteY4" fmla="*/ 62102 h 3652899"/>
                    <a:gd name="connsiteX5" fmla="*/ 142873 w 1715983"/>
                    <a:gd name="connsiteY5" fmla="*/ 0 h 3652899"/>
                    <a:gd name="connsiteX6" fmla="*/ 1573110 w 1715983"/>
                    <a:gd name="connsiteY6" fmla="*/ 0 h 3652899"/>
                    <a:gd name="connsiteX7" fmla="*/ 1715983 w 1715983"/>
                    <a:gd name="connsiteY7" fmla="*/ 142873 h 3652899"/>
                    <a:gd name="connsiteX8" fmla="*/ 1715983 w 1715983"/>
                    <a:gd name="connsiteY8" fmla="*/ 3510026 h 3652899"/>
                    <a:gd name="connsiteX9" fmla="*/ 1573110 w 1715983"/>
                    <a:gd name="connsiteY9" fmla="*/ 3652899 h 3652899"/>
                    <a:gd name="connsiteX10" fmla="*/ 142873 w 1715983"/>
                    <a:gd name="connsiteY10" fmla="*/ 3652899 h 3652899"/>
                    <a:gd name="connsiteX11" fmla="*/ 0 w 1715983"/>
                    <a:gd name="connsiteY11" fmla="*/ 3510026 h 3652899"/>
                    <a:gd name="connsiteX12" fmla="*/ 0 w 1715983"/>
                    <a:gd name="connsiteY12" fmla="*/ 142873 h 3652899"/>
                    <a:gd name="connsiteX13" fmla="*/ 142873 w 1715983"/>
                    <a:gd name="connsiteY13" fmla="*/ 0 h 36528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1715983" h="3652899">
                      <a:moveTo>
                        <a:pt x="854765" y="62102"/>
                      </a:moveTo>
                      <a:cubicBezTo>
                        <a:pt x="831531" y="62102"/>
                        <a:pt x="812696" y="80937"/>
                        <a:pt x="812696" y="104171"/>
                      </a:cubicBezTo>
                      <a:cubicBezTo>
                        <a:pt x="812696" y="127405"/>
                        <a:pt x="831531" y="146240"/>
                        <a:pt x="854765" y="146240"/>
                      </a:cubicBezTo>
                      <a:cubicBezTo>
                        <a:pt x="877999" y="146240"/>
                        <a:pt x="896834" y="127405"/>
                        <a:pt x="896834" y="104171"/>
                      </a:cubicBezTo>
                      <a:cubicBezTo>
                        <a:pt x="896834" y="80937"/>
                        <a:pt x="877999" y="62102"/>
                        <a:pt x="854765" y="62102"/>
                      </a:cubicBezTo>
                      <a:close/>
                      <a:moveTo>
                        <a:pt x="142873" y="0"/>
                      </a:moveTo>
                      <a:lnTo>
                        <a:pt x="1573110" y="0"/>
                      </a:lnTo>
                      <a:cubicBezTo>
                        <a:pt x="1652017" y="0"/>
                        <a:pt x="1715983" y="63966"/>
                        <a:pt x="1715983" y="142873"/>
                      </a:cubicBezTo>
                      <a:lnTo>
                        <a:pt x="1715983" y="3510026"/>
                      </a:lnTo>
                      <a:cubicBezTo>
                        <a:pt x="1715983" y="3588933"/>
                        <a:pt x="1652017" y="3652899"/>
                        <a:pt x="1573110" y="3652899"/>
                      </a:cubicBezTo>
                      <a:lnTo>
                        <a:pt x="142873" y="3652899"/>
                      </a:lnTo>
                      <a:cubicBezTo>
                        <a:pt x="63966" y="3652899"/>
                        <a:pt x="0" y="3588933"/>
                        <a:pt x="0" y="3510026"/>
                      </a:cubicBezTo>
                      <a:lnTo>
                        <a:pt x="0" y="142873"/>
                      </a:lnTo>
                      <a:cubicBezTo>
                        <a:pt x="0" y="63966"/>
                        <a:pt x="63966" y="0"/>
                        <a:pt x="142873" y="0"/>
                      </a:cubicBezTo>
                      <a:close/>
                    </a:path>
                  </a:pathLst>
                </a:custGeom>
              </p:spPr>
            </p:pic>
          </p:grpSp>
          <p:pic>
            <p:nvPicPr>
              <p:cNvPr id="11" name="图片 10" descr="D:/实验研究/论文研究/支付协议/支付协议/支付模型ppt/序号2-01.svg序号2-01"/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rcRect t="23" b="23"/>
              <a:stretch>
                <a:fillRect/>
              </a:stretch>
            </p:blipFill>
            <p:spPr>
              <a:xfrm>
                <a:off x="9149948" y="1418355"/>
                <a:ext cx="244430" cy="244430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3488174" y="1342379"/>
            <a:ext cx="1979295" cy="3890645"/>
            <a:chOff x="5209721" y="2071270"/>
            <a:chExt cx="1979295" cy="3890645"/>
          </a:xfrm>
        </p:grpSpPr>
        <p:pic>
          <p:nvPicPr>
            <p:cNvPr id="19" name="图片 18" descr="ef56901b-e67b-48c3-91cc-2ffb6efbef1e"/>
            <p:cNvPicPr>
              <a:picLocks noChangeAspect="1"/>
            </p:cNvPicPr>
            <p:nvPr/>
          </p:nvPicPr>
          <p:blipFill rotWithShape="1">
            <a:blip r:embed="rId1"/>
            <a:srcRect l="30132" t="10719" r="30559" b="12022"/>
            <a:stretch>
              <a:fillRect/>
            </a:stretch>
          </p:blipFill>
          <p:spPr>
            <a:xfrm>
              <a:off x="5209721" y="2071270"/>
              <a:ext cx="1979295" cy="3890645"/>
            </a:xfrm>
            <a:prstGeom prst="rect">
              <a:avLst/>
            </a:prstGeom>
          </p:spPr>
        </p:pic>
        <p:pic>
          <p:nvPicPr>
            <p:cNvPr id="20" name="图片 19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9" t="8" r="-319" b="4903"/>
            <a:stretch>
              <a:fillRect/>
            </a:stretch>
          </p:blipFill>
          <p:spPr>
            <a:xfrm>
              <a:off x="5347408" y="2193608"/>
              <a:ext cx="1714849" cy="3622830"/>
            </a:xfrm>
            <a:custGeom>
              <a:avLst/>
              <a:gdLst>
                <a:gd name="connsiteX0" fmla="*/ 853548 w 1714849"/>
                <a:gd name="connsiteY0" fmla="*/ 61524 h 3622830"/>
                <a:gd name="connsiteX1" fmla="*/ 811479 w 1714849"/>
                <a:gd name="connsiteY1" fmla="*/ 103593 h 3622830"/>
                <a:gd name="connsiteX2" fmla="*/ 853548 w 1714849"/>
                <a:gd name="connsiteY2" fmla="*/ 145662 h 3622830"/>
                <a:gd name="connsiteX3" fmla="*/ 895617 w 1714849"/>
                <a:gd name="connsiteY3" fmla="*/ 103593 h 3622830"/>
                <a:gd name="connsiteX4" fmla="*/ 853548 w 1714849"/>
                <a:gd name="connsiteY4" fmla="*/ 61524 h 3622830"/>
                <a:gd name="connsiteX5" fmla="*/ 149912 w 1714849"/>
                <a:gd name="connsiteY5" fmla="*/ 0 h 3622830"/>
                <a:gd name="connsiteX6" fmla="*/ 1564937 w 1714849"/>
                <a:gd name="connsiteY6" fmla="*/ 0 h 3622830"/>
                <a:gd name="connsiteX7" fmla="*/ 1714849 w 1714849"/>
                <a:gd name="connsiteY7" fmla="*/ 149912 h 3622830"/>
                <a:gd name="connsiteX8" fmla="*/ 1714849 w 1714849"/>
                <a:gd name="connsiteY8" fmla="*/ 3472918 h 3622830"/>
                <a:gd name="connsiteX9" fmla="*/ 1564937 w 1714849"/>
                <a:gd name="connsiteY9" fmla="*/ 3622830 h 3622830"/>
                <a:gd name="connsiteX10" fmla="*/ 149912 w 1714849"/>
                <a:gd name="connsiteY10" fmla="*/ 3622830 h 3622830"/>
                <a:gd name="connsiteX11" fmla="*/ 0 w 1714849"/>
                <a:gd name="connsiteY11" fmla="*/ 3472918 h 3622830"/>
                <a:gd name="connsiteX12" fmla="*/ 0 w 1714849"/>
                <a:gd name="connsiteY12" fmla="*/ 149912 h 3622830"/>
                <a:gd name="connsiteX13" fmla="*/ 149912 w 1714849"/>
                <a:gd name="connsiteY13" fmla="*/ 0 h 3622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4849" h="3622830">
                  <a:moveTo>
                    <a:pt x="853548" y="61524"/>
                  </a:moveTo>
                  <a:cubicBezTo>
                    <a:pt x="830314" y="61524"/>
                    <a:pt x="811479" y="80359"/>
                    <a:pt x="811479" y="103593"/>
                  </a:cubicBezTo>
                  <a:cubicBezTo>
                    <a:pt x="811479" y="126827"/>
                    <a:pt x="830314" y="145662"/>
                    <a:pt x="853548" y="145662"/>
                  </a:cubicBezTo>
                  <a:cubicBezTo>
                    <a:pt x="876782" y="145662"/>
                    <a:pt x="895617" y="126827"/>
                    <a:pt x="895617" y="103593"/>
                  </a:cubicBezTo>
                  <a:cubicBezTo>
                    <a:pt x="895617" y="80359"/>
                    <a:pt x="876782" y="61524"/>
                    <a:pt x="853548" y="61524"/>
                  </a:cubicBezTo>
                  <a:close/>
                  <a:moveTo>
                    <a:pt x="149912" y="0"/>
                  </a:moveTo>
                  <a:lnTo>
                    <a:pt x="1564937" y="0"/>
                  </a:lnTo>
                  <a:cubicBezTo>
                    <a:pt x="1647731" y="0"/>
                    <a:pt x="1714849" y="67118"/>
                    <a:pt x="1714849" y="149912"/>
                  </a:cubicBezTo>
                  <a:lnTo>
                    <a:pt x="1714849" y="3472918"/>
                  </a:lnTo>
                  <a:cubicBezTo>
                    <a:pt x="1714849" y="3555712"/>
                    <a:pt x="1647731" y="3622830"/>
                    <a:pt x="1564937" y="3622830"/>
                  </a:cubicBezTo>
                  <a:lnTo>
                    <a:pt x="149912" y="3622830"/>
                  </a:lnTo>
                  <a:cubicBezTo>
                    <a:pt x="67118" y="3622830"/>
                    <a:pt x="0" y="3555712"/>
                    <a:pt x="0" y="3472918"/>
                  </a:cubicBezTo>
                  <a:lnTo>
                    <a:pt x="0" y="149912"/>
                  </a:lnTo>
                  <a:cubicBezTo>
                    <a:pt x="0" y="67118"/>
                    <a:pt x="67118" y="0"/>
                    <a:pt x="149912" y="0"/>
                  </a:cubicBezTo>
                  <a:close/>
                </a:path>
              </a:pathLst>
            </a:custGeom>
          </p:spPr>
        </p:pic>
      </p:grpSp>
      <p:grpSp>
        <p:nvGrpSpPr>
          <p:cNvPr id="5" name="组合 4"/>
          <p:cNvGrpSpPr/>
          <p:nvPr/>
        </p:nvGrpSpPr>
        <p:grpSpPr>
          <a:xfrm>
            <a:off x="6603576" y="1342379"/>
            <a:ext cx="1979295" cy="3890645"/>
            <a:chOff x="6484937" y="882650"/>
            <a:chExt cx="1979295" cy="3890645"/>
          </a:xfrm>
        </p:grpSpPr>
        <p:pic>
          <p:nvPicPr>
            <p:cNvPr id="15" name="图片 14" descr="ef56901b-e67b-48c3-91cc-2ffb6efbef1e"/>
            <p:cNvPicPr>
              <a:picLocks noChangeAspect="1"/>
            </p:cNvPicPr>
            <p:nvPr/>
          </p:nvPicPr>
          <p:blipFill rotWithShape="1">
            <a:blip r:embed="rId1"/>
            <a:srcRect l="30132" t="10719" r="30559" b="12022"/>
            <a:stretch>
              <a:fillRect/>
            </a:stretch>
          </p:blipFill>
          <p:spPr>
            <a:xfrm>
              <a:off x="6484937" y="882650"/>
              <a:ext cx="1979295" cy="3890645"/>
            </a:xfrm>
            <a:prstGeom prst="rect">
              <a:avLst/>
            </a:prstGeom>
          </p:spPr>
        </p:pic>
        <p:pic>
          <p:nvPicPr>
            <p:cNvPr id="18" name="图片 17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0" t="-8" r="-290" b="5122"/>
            <a:stretch>
              <a:fillRect/>
            </a:stretch>
          </p:blipFill>
          <p:spPr>
            <a:xfrm>
              <a:off x="6621567" y="1004697"/>
              <a:ext cx="1715983" cy="3618321"/>
            </a:xfrm>
            <a:custGeom>
              <a:avLst/>
              <a:gdLst>
                <a:gd name="connsiteX0" fmla="*/ 854765 w 1715983"/>
                <a:gd name="connsiteY0" fmla="*/ 62102 h 3652899"/>
                <a:gd name="connsiteX1" fmla="*/ 812696 w 1715983"/>
                <a:gd name="connsiteY1" fmla="*/ 104171 h 3652899"/>
                <a:gd name="connsiteX2" fmla="*/ 854765 w 1715983"/>
                <a:gd name="connsiteY2" fmla="*/ 146240 h 3652899"/>
                <a:gd name="connsiteX3" fmla="*/ 896834 w 1715983"/>
                <a:gd name="connsiteY3" fmla="*/ 104171 h 3652899"/>
                <a:gd name="connsiteX4" fmla="*/ 854765 w 1715983"/>
                <a:gd name="connsiteY4" fmla="*/ 62102 h 3652899"/>
                <a:gd name="connsiteX5" fmla="*/ 142873 w 1715983"/>
                <a:gd name="connsiteY5" fmla="*/ 0 h 3652899"/>
                <a:gd name="connsiteX6" fmla="*/ 1573110 w 1715983"/>
                <a:gd name="connsiteY6" fmla="*/ 0 h 3652899"/>
                <a:gd name="connsiteX7" fmla="*/ 1715983 w 1715983"/>
                <a:gd name="connsiteY7" fmla="*/ 142873 h 3652899"/>
                <a:gd name="connsiteX8" fmla="*/ 1715983 w 1715983"/>
                <a:gd name="connsiteY8" fmla="*/ 3510026 h 3652899"/>
                <a:gd name="connsiteX9" fmla="*/ 1573110 w 1715983"/>
                <a:gd name="connsiteY9" fmla="*/ 3652899 h 3652899"/>
                <a:gd name="connsiteX10" fmla="*/ 142873 w 1715983"/>
                <a:gd name="connsiteY10" fmla="*/ 3652899 h 3652899"/>
                <a:gd name="connsiteX11" fmla="*/ 0 w 1715983"/>
                <a:gd name="connsiteY11" fmla="*/ 3510026 h 3652899"/>
                <a:gd name="connsiteX12" fmla="*/ 0 w 1715983"/>
                <a:gd name="connsiteY12" fmla="*/ 142873 h 3652899"/>
                <a:gd name="connsiteX13" fmla="*/ 142873 w 1715983"/>
                <a:gd name="connsiteY13" fmla="*/ 0 h 365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5983" h="3652899">
                  <a:moveTo>
                    <a:pt x="854765" y="62102"/>
                  </a:moveTo>
                  <a:cubicBezTo>
                    <a:pt x="831531" y="62102"/>
                    <a:pt x="812696" y="80937"/>
                    <a:pt x="812696" y="104171"/>
                  </a:cubicBezTo>
                  <a:cubicBezTo>
                    <a:pt x="812696" y="127405"/>
                    <a:pt x="831531" y="146240"/>
                    <a:pt x="854765" y="146240"/>
                  </a:cubicBezTo>
                  <a:cubicBezTo>
                    <a:pt x="877999" y="146240"/>
                    <a:pt x="896834" y="127405"/>
                    <a:pt x="896834" y="104171"/>
                  </a:cubicBezTo>
                  <a:cubicBezTo>
                    <a:pt x="896834" y="80937"/>
                    <a:pt x="877999" y="62102"/>
                    <a:pt x="854765" y="62102"/>
                  </a:cubicBezTo>
                  <a:close/>
                  <a:moveTo>
                    <a:pt x="142873" y="0"/>
                  </a:moveTo>
                  <a:lnTo>
                    <a:pt x="1573110" y="0"/>
                  </a:lnTo>
                  <a:cubicBezTo>
                    <a:pt x="1652017" y="0"/>
                    <a:pt x="1715983" y="63966"/>
                    <a:pt x="1715983" y="142873"/>
                  </a:cubicBezTo>
                  <a:lnTo>
                    <a:pt x="1715983" y="3510026"/>
                  </a:lnTo>
                  <a:cubicBezTo>
                    <a:pt x="1715983" y="3588933"/>
                    <a:pt x="1652017" y="3652899"/>
                    <a:pt x="1573110" y="3652899"/>
                  </a:cubicBezTo>
                  <a:lnTo>
                    <a:pt x="142873" y="3652899"/>
                  </a:lnTo>
                  <a:cubicBezTo>
                    <a:pt x="63966" y="3652899"/>
                    <a:pt x="0" y="3588933"/>
                    <a:pt x="0" y="3510026"/>
                  </a:cubicBezTo>
                  <a:lnTo>
                    <a:pt x="0" y="142873"/>
                  </a:lnTo>
                  <a:cubicBezTo>
                    <a:pt x="0" y="63966"/>
                    <a:pt x="63966" y="0"/>
                    <a:pt x="142873" y="0"/>
                  </a:cubicBezTo>
                  <a:close/>
                </a:path>
              </a:pathLst>
            </a:custGeom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172907" y="2249270"/>
            <a:ext cx="484845" cy="479028"/>
            <a:chOff x="4445000" y="739632"/>
            <a:chExt cx="375710" cy="371203"/>
          </a:xfrm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73" name="直接连接符 72"/>
          <p:cNvCxnSpPr/>
          <p:nvPr/>
        </p:nvCxnSpPr>
        <p:spPr>
          <a:xfrm>
            <a:off x="5372604" y="2817953"/>
            <a:ext cx="0" cy="611047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片 27" descr="浏览器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920086" y="2044223"/>
            <a:ext cx="860091" cy="860091"/>
          </a:xfrm>
          <a:prstGeom prst="rect">
            <a:avLst/>
          </a:prstGeom>
        </p:spPr>
      </p:pic>
      <p:cxnSp>
        <p:nvCxnSpPr>
          <p:cNvPr id="31" name="直接连接符 30"/>
          <p:cNvCxnSpPr/>
          <p:nvPr/>
        </p:nvCxnSpPr>
        <p:spPr>
          <a:xfrm>
            <a:off x="5393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903</Words>
  <Application>WPS 演示</Application>
  <PresentationFormat>宽屏</PresentationFormat>
  <Paragraphs>133</Paragraphs>
  <Slides>13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1" baseType="lpstr">
      <vt:lpstr>Arial</vt:lpstr>
      <vt:lpstr>宋体</vt:lpstr>
      <vt:lpstr>Wingdings</vt:lpstr>
      <vt:lpstr>Times New Roman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</dc:creator>
  <cp:lastModifiedBy>邓起仪</cp:lastModifiedBy>
  <cp:revision>50</cp:revision>
  <dcterms:created xsi:type="dcterms:W3CDTF">2023-08-09T12:44:00Z</dcterms:created>
  <dcterms:modified xsi:type="dcterms:W3CDTF">2026-01-26T16:25:47Z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ED6AFDE8E0B04ECF9244A40C7740298D_13</vt:lpwstr>
  </property>
</Properties>
</file>