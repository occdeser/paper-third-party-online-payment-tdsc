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01.svg" ContentType="image/svg+xml"/>
  <Override PartName="/ppt/media/image103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1.svg" ContentType="image/svg+xml"/>
  <Override PartName="/ppt/media/image53.svg" ContentType="image/svg+xml"/>
  <Override PartName="/ppt/media/image55.svg" ContentType="image/svg+xml"/>
  <Override PartName="/ppt/media/image57.svg" ContentType="image/svg+xml"/>
  <Override PartName="/ppt/media/image59.svg" ContentType="image/svg+xml"/>
  <Override PartName="/ppt/media/image6.svg" ContentType="image/svg+xml"/>
  <Override PartName="/ppt/media/image61.svg" ContentType="image/svg+xml"/>
  <Override PartName="/ppt/media/image63.svg" ContentType="image/svg+xml"/>
  <Override PartName="/ppt/media/image65.svg" ContentType="image/svg+xml"/>
  <Override PartName="/ppt/media/image67.svg" ContentType="image/svg+xml"/>
  <Override PartName="/ppt/media/image69.svg" ContentType="image/svg+xml"/>
  <Override PartName="/ppt/media/image71.svg" ContentType="image/svg+xml"/>
  <Override PartName="/ppt/media/image73.svg" ContentType="image/svg+xml"/>
  <Override PartName="/ppt/media/image75.svg" ContentType="image/svg+xml"/>
  <Override PartName="/ppt/media/image77.svg" ContentType="image/svg+xml"/>
  <Override PartName="/ppt/media/image8.svg" ContentType="image/svg+xml"/>
  <Override PartName="/ppt/media/image82.svg" ContentType="image/svg+xml"/>
  <Override PartName="/ppt/media/image84.svg" ContentType="image/svg+xml"/>
  <Override PartName="/ppt/media/image85.svg" ContentType="image/svg+xml"/>
  <Override PartName="/ppt/media/image87.svg" ContentType="image/svg+xml"/>
  <Override PartName="/ppt/media/image89.svg" ContentType="image/svg+xml"/>
  <Override PartName="/ppt/media/image91.svg" ContentType="image/svg+xml"/>
  <Override PartName="/ppt/media/image93.svg" ContentType="image/svg+xml"/>
  <Override PartName="/ppt/media/image95.svg" ContentType="image/svg+xml"/>
  <Override PartName="/ppt/media/image97.svg" ContentType="image/svg+xml"/>
  <Override PartName="/ppt/media/image9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60" r:id="rId4"/>
    <p:sldId id="259" r:id="rId5"/>
    <p:sldId id="261" r:id="rId6"/>
    <p:sldId id="262" r:id="rId7"/>
    <p:sldId id="257" r:id="rId8"/>
    <p:sldId id="258" r:id="rId9"/>
    <p:sldId id="263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2" userDrawn="1">
          <p15:clr>
            <a:srgbClr val="A4A3A4"/>
          </p15:clr>
        </p15:guide>
        <p15:guide id="2" pos="4974" userDrawn="1">
          <p15:clr>
            <a:srgbClr val="A4A3A4"/>
          </p15:clr>
        </p15:guide>
        <p15:guide id="3" orient="horz" pos="451" userDrawn="1">
          <p15:clr>
            <a:srgbClr val="A4A3A4"/>
          </p15:clr>
        </p15:guide>
        <p15:guide id="4" pos="35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A8C78"/>
    <a:srgbClr val="EAEAEA"/>
    <a:srgbClr val="C8C8C8"/>
    <a:srgbClr val="828282"/>
    <a:srgbClr val="AC1F18"/>
    <a:srgbClr val="FAA09C"/>
    <a:srgbClr val="B5655E"/>
    <a:srgbClr val="AC2297"/>
    <a:srgbClr val="7C4461"/>
    <a:srgbClr val="BC40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62" autoAdjust="0"/>
    <p:restoredTop sz="94660"/>
  </p:normalViewPr>
  <p:slideViewPr>
    <p:cSldViewPr snapToGrid="0" showGuides="1">
      <p:cViewPr varScale="1">
        <p:scale>
          <a:sx n="103" d="100"/>
          <a:sy n="103" d="100"/>
        </p:scale>
        <p:origin x="76" y="512"/>
      </p:cViewPr>
      <p:guideLst>
        <p:guide orient="horz" pos="3152"/>
        <p:guide pos="4974"/>
        <p:guide orient="horz" pos="451"/>
        <p:guide pos="35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svg"/><Relationship Id="rId7" Type="http://schemas.openxmlformats.org/officeDocument/2006/relationships/image" Target="../media/image7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39" Type="http://schemas.openxmlformats.org/officeDocument/2006/relationships/slideLayout" Target="../slideLayouts/slideLayout1.xml"/><Relationship Id="rId38" Type="http://schemas.openxmlformats.org/officeDocument/2006/relationships/image" Target="../media/image38.svg"/><Relationship Id="rId37" Type="http://schemas.openxmlformats.org/officeDocument/2006/relationships/image" Target="../media/image37.png"/><Relationship Id="rId36" Type="http://schemas.openxmlformats.org/officeDocument/2006/relationships/image" Target="../media/image36.svg"/><Relationship Id="rId35" Type="http://schemas.openxmlformats.org/officeDocument/2006/relationships/image" Target="../media/image35.png"/><Relationship Id="rId34" Type="http://schemas.openxmlformats.org/officeDocument/2006/relationships/image" Target="../media/image34.svg"/><Relationship Id="rId33" Type="http://schemas.openxmlformats.org/officeDocument/2006/relationships/image" Target="../media/image33.png"/><Relationship Id="rId32" Type="http://schemas.openxmlformats.org/officeDocument/2006/relationships/image" Target="../media/image32.svg"/><Relationship Id="rId31" Type="http://schemas.openxmlformats.org/officeDocument/2006/relationships/image" Target="../media/image31.png"/><Relationship Id="rId30" Type="http://schemas.openxmlformats.org/officeDocument/2006/relationships/image" Target="../media/image30.svg"/><Relationship Id="rId3" Type="http://schemas.openxmlformats.org/officeDocument/2006/relationships/image" Target="../media/image3.png"/><Relationship Id="rId29" Type="http://schemas.openxmlformats.org/officeDocument/2006/relationships/image" Target="../media/image29.png"/><Relationship Id="rId28" Type="http://schemas.openxmlformats.org/officeDocument/2006/relationships/image" Target="../media/image28.svg"/><Relationship Id="rId27" Type="http://schemas.openxmlformats.org/officeDocument/2006/relationships/image" Target="../media/image27.png"/><Relationship Id="rId26" Type="http://schemas.openxmlformats.org/officeDocument/2006/relationships/image" Target="../media/image26.svg"/><Relationship Id="rId25" Type="http://schemas.openxmlformats.org/officeDocument/2006/relationships/image" Target="../media/image25.png"/><Relationship Id="rId24" Type="http://schemas.openxmlformats.org/officeDocument/2006/relationships/image" Target="../media/image24.svg"/><Relationship Id="rId23" Type="http://schemas.openxmlformats.org/officeDocument/2006/relationships/image" Target="../media/image23.png"/><Relationship Id="rId22" Type="http://schemas.openxmlformats.org/officeDocument/2006/relationships/image" Target="../media/image22.svg"/><Relationship Id="rId21" Type="http://schemas.openxmlformats.org/officeDocument/2006/relationships/image" Target="../media/image21.png"/><Relationship Id="rId20" Type="http://schemas.openxmlformats.org/officeDocument/2006/relationships/image" Target="../media/image20.svg"/><Relationship Id="rId2" Type="http://schemas.openxmlformats.org/officeDocument/2006/relationships/image" Target="../media/image2.svg"/><Relationship Id="rId19" Type="http://schemas.openxmlformats.org/officeDocument/2006/relationships/image" Target="../media/image19.png"/><Relationship Id="rId18" Type="http://schemas.openxmlformats.org/officeDocument/2006/relationships/image" Target="../media/image18.svg"/><Relationship Id="rId17" Type="http://schemas.openxmlformats.org/officeDocument/2006/relationships/image" Target="../media/image17.png"/><Relationship Id="rId16" Type="http://schemas.openxmlformats.org/officeDocument/2006/relationships/image" Target="../media/image16.svg"/><Relationship Id="rId15" Type="http://schemas.openxmlformats.org/officeDocument/2006/relationships/image" Target="../media/image15.png"/><Relationship Id="rId14" Type="http://schemas.openxmlformats.org/officeDocument/2006/relationships/image" Target="../media/image14.svg"/><Relationship Id="rId13" Type="http://schemas.openxmlformats.org/officeDocument/2006/relationships/image" Target="../media/image13.png"/><Relationship Id="rId12" Type="http://schemas.openxmlformats.org/officeDocument/2006/relationships/image" Target="../media/image12.svg"/><Relationship Id="rId11" Type="http://schemas.openxmlformats.org/officeDocument/2006/relationships/image" Target="../media/image11.png"/><Relationship Id="rId10" Type="http://schemas.openxmlformats.org/officeDocument/2006/relationships/image" Target="../media/image10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47.png"/><Relationship Id="rId8" Type="http://schemas.openxmlformats.org/officeDocument/2006/relationships/image" Target="../media/image46.svg"/><Relationship Id="rId7" Type="http://schemas.openxmlformats.org/officeDocument/2006/relationships/image" Target="../media/image45.png"/><Relationship Id="rId6" Type="http://schemas.openxmlformats.org/officeDocument/2006/relationships/image" Target="../media/image44.svg"/><Relationship Id="rId5" Type="http://schemas.openxmlformats.org/officeDocument/2006/relationships/image" Target="../media/image43.png"/><Relationship Id="rId4" Type="http://schemas.openxmlformats.org/officeDocument/2006/relationships/image" Target="../media/image42.svg"/><Relationship Id="rId30" Type="http://schemas.openxmlformats.org/officeDocument/2006/relationships/slideLayout" Target="../slideLayouts/slideLayout1.xml"/><Relationship Id="rId3" Type="http://schemas.openxmlformats.org/officeDocument/2006/relationships/image" Target="../media/image41.png"/><Relationship Id="rId29" Type="http://schemas.openxmlformats.org/officeDocument/2006/relationships/image" Target="../media/image67.svg"/><Relationship Id="rId28" Type="http://schemas.openxmlformats.org/officeDocument/2006/relationships/image" Target="../media/image66.png"/><Relationship Id="rId27" Type="http://schemas.openxmlformats.org/officeDocument/2006/relationships/image" Target="../media/image65.svg"/><Relationship Id="rId26" Type="http://schemas.openxmlformats.org/officeDocument/2006/relationships/image" Target="../media/image64.png"/><Relationship Id="rId25" Type="http://schemas.openxmlformats.org/officeDocument/2006/relationships/image" Target="../media/image63.svg"/><Relationship Id="rId24" Type="http://schemas.openxmlformats.org/officeDocument/2006/relationships/image" Target="../media/image62.png"/><Relationship Id="rId23" Type="http://schemas.openxmlformats.org/officeDocument/2006/relationships/image" Target="../media/image61.svg"/><Relationship Id="rId22" Type="http://schemas.openxmlformats.org/officeDocument/2006/relationships/image" Target="../media/image60.png"/><Relationship Id="rId21" Type="http://schemas.openxmlformats.org/officeDocument/2006/relationships/image" Target="../media/image59.svg"/><Relationship Id="rId20" Type="http://schemas.openxmlformats.org/officeDocument/2006/relationships/image" Target="../media/image58.png"/><Relationship Id="rId2" Type="http://schemas.openxmlformats.org/officeDocument/2006/relationships/image" Target="../media/image40.svg"/><Relationship Id="rId19" Type="http://schemas.openxmlformats.org/officeDocument/2006/relationships/image" Target="../media/image57.svg"/><Relationship Id="rId18" Type="http://schemas.openxmlformats.org/officeDocument/2006/relationships/image" Target="../media/image56.png"/><Relationship Id="rId17" Type="http://schemas.openxmlformats.org/officeDocument/2006/relationships/image" Target="../media/image55.svg"/><Relationship Id="rId16" Type="http://schemas.openxmlformats.org/officeDocument/2006/relationships/image" Target="../media/image54.png"/><Relationship Id="rId15" Type="http://schemas.openxmlformats.org/officeDocument/2006/relationships/image" Target="../media/image53.svg"/><Relationship Id="rId14" Type="http://schemas.openxmlformats.org/officeDocument/2006/relationships/image" Target="../media/image52.png"/><Relationship Id="rId13" Type="http://schemas.openxmlformats.org/officeDocument/2006/relationships/image" Target="../media/image51.svg"/><Relationship Id="rId12" Type="http://schemas.openxmlformats.org/officeDocument/2006/relationships/image" Target="../media/image50.svg"/><Relationship Id="rId11" Type="http://schemas.openxmlformats.org/officeDocument/2006/relationships/image" Target="../media/image49.png"/><Relationship Id="rId10" Type="http://schemas.openxmlformats.org/officeDocument/2006/relationships/image" Target="../media/image48.svg"/><Relationship Id="rId1" Type="http://schemas.openxmlformats.org/officeDocument/2006/relationships/image" Target="../media/image39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6.svg"/><Relationship Id="rId3" Type="http://schemas.openxmlformats.org/officeDocument/2006/relationships/image" Target="../media/image25.png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18.svg"/><Relationship Id="rId2" Type="http://schemas.openxmlformats.org/officeDocument/2006/relationships/image" Target="../media/image2.svg"/><Relationship Id="rId19" Type="http://schemas.openxmlformats.org/officeDocument/2006/relationships/image" Target="../media/image17.png"/><Relationship Id="rId18" Type="http://schemas.openxmlformats.org/officeDocument/2006/relationships/image" Target="../media/image69.svg"/><Relationship Id="rId17" Type="http://schemas.openxmlformats.org/officeDocument/2006/relationships/image" Target="../media/image68.png"/><Relationship Id="rId16" Type="http://schemas.openxmlformats.org/officeDocument/2006/relationships/image" Target="../media/image30.svg"/><Relationship Id="rId15" Type="http://schemas.openxmlformats.org/officeDocument/2006/relationships/image" Target="../media/image29.png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image" Target="../media/image16.svg"/><Relationship Id="rId11" Type="http://schemas.openxmlformats.org/officeDocument/2006/relationships/image" Target="../media/image15.png"/><Relationship Id="rId10" Type="http://schemas.openxmlformats.org/officeDocument/2006/relationships/image" Target="../media/image20.sv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77.svg"/><Relationship Id="rId7" Type="http://schemas.openxmlformats.org/officeDocument/2006/relationships/image" Target="../media/image76.png"/><Relationship Id="rId6" Type="http://schemas.openxmlformats.org/officeDocument/2006/relationships/image" Target="../media/image75.svg"/><Relationship Id="rId5" Type="http://schemas.openxmlformats.org/officeDocument/2006/relationships/image" Target="../media/image74.png"/><Relationship Id="rId4" Type="http://schemas.openxmlformats.org/officeDocument/2006/relationships/image" Target="../media/image73.svg"/><Relationship Id="rId3" Type="http://schemas.openxmlformats.org/officeDocument/2006/relationships/image" Target="../media/image72.png"/><Relationship Id="rId2" Type="http://schemas.openxmlformats.org/officeDocument/2006/relationships/image" Target="../media/image71.svg"/><Relationship Id="rId1" Type="http://schemas.openxmlformats.org/officeDocument/2006/relationships/image" Target="../media/image7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84.svg"/><Relationship Id="rId6" Type="http://schemas.openxmlformats.org/officeDocument/2006/relationships/image" Target="../media/image83.png"/><Relationship Id="rId5" Type="http://schemas.openxmlformats.org/officeDocument/2006/relationships/image" Target="../media/image82.svg"/><Relationship Id="rId4" Type="http://schemas.openxmlformats.org/officeDocument/2006/relationships/image" Target="../media/image81.png"/><Relationship Id="rId3" Type="http://schemas.openxmlformats.org/officeDocument/2006/relationships/image" Target="../media/image80.jpeg"/><Relationship Id="rId2" Type="http://schemas.openxmlformats.org/officeDocument/2006/relationships/image" Target="../media/image79.png"/><Relationship Id="rId1" Type="http://schemas.openxmlformats.org/officeDocument/2006/relationships/image" Target="../media/image78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6.svg"/><Relationship Id="rId3" Type="http://schemas.openxmlformats.org/officeDocument/2006/relationships/image" Target="../media/image25.png"/><Relationship Id="rId2" Type="http://schemas.openxmlformats.org/officeDocument/2006/relationships/image" Target="../media/image2.svg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image" Target="../media/image16.svg"/><Relationship Id="rId11" Type="http://schemas.openxmlformats.org/officeDocument/2006/relationships/image" Target="../media/image15.png"/><Relationship Id="rId10" Type="http://schemas.openxmlformats.org/officeDocument/2006/relationships/image" Target="../media/image20.sv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6.svg"/><Relationship Id="rId3" Type="http://schemas.openxmlformats.org/officeDocument/2006/relationships/image" Target="../media/image25.png"/><Relationship Id="rId2" Type="http://schemas.openxmlformats.org/officeDocument/2006/relationships/image" Target="../media/image2.svg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36.svg"/><Relationship Id="rId15" Type="http://schemas.openxmlformats.org/officeDocument/2006/relationships/image" Target="../media/image35.png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image" Target="../media/image16.svg"/><Relationship Id="rId11" Type="http://schemas.openxmlformats.org/officeDocument/2006/relationships/image" Target="../media/image15.png"/><Relationship Id="rId10" Type="http://schemas.openxmlformats.org/officeDocument/2006/relationships/image" Target="../media/image20.sv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92.png"/><Relationship Id="rId8" Type="http://schemas.openxmlformats.org/officeDocument/2006/relationships/image" Target="../media/image91.svg"/><Relationship Id="rId7" Type="http://schemas.openxmlformats.org/officeDocument/2006/relationships/image" Target="../media/image90.png"/><Relationship Id="rId6" Type="http://schemas.openxmlformats.org/officeDocument/2006/relationships/image" Target="../media/image89.svg"/><Relationship Id="rId5" Type="http://schemas.openxmlformats.org/officeDocument/2006/relationships/image" Target="../media/image88.png"/><Relationship Id="rId4" Type="http://schemas.openxmlformats.org/officeDocument/2006/relationships/image" Target="../media/image87.svg"/><Relationship Id="rId3" Type="http://schemas.openxmlformats.org/officeDocument/2006/relationships/image" Target="../media/image86.png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103.svg"/><Relationship Id="rId2" Type="http://schemas.openxmlformats.org/officeDocument/2006/relationships/image" Target="../media/image85.svg"/><Relationship Id="rId19" Type="http://schemas.openxmlformats.org/officeDocument/2006/relationships/image" Target="../media/image102.png"/><Relationship Id="rId18" Type="http://schemas.openxmlformats.org/officeDocument/2006/relationships/image" Target="../media/image101.svg"/><Relationship Id="rId17" Type="http://schemas.openxmlformats.org/officeDocument/2006/relationships/image" Target="../media/image100.png"/><Relationship Id="rId16" Type="http://schemas.openxmlformats.org/officeDocument/2006/relationships/image" Target="../media/image99.svg"/><Relationship Id="rId15" Type="http://schemas.openxmlformats.org/officeDocument/2006/relationships/image" Target="../media/image98.png"/><Relationship Id="rId14" Type="http://schemas.openxmlformats.org/officeDocument/2006/relationships/image" Target="../media/image97.svg"/><Relationship Id="rId13" Type="http://schemas.openxmlformats.org/officeDocument/2006/relationships/image" Target="../media/image96.png"/><Relationship Id="rId12" Type="http://schemas.openxmlformats.org/officeDocument/2006/relationships/image" Target="../media/image95.svg"/><Relationship Id="rId11" Type="http://schemas.openxmlformats.org/officeDocument/2006/relationships/image" Target="../media/image94.png"/><Relationship Id="rId10" Type="http://schemas.openxmlformats.org/officeDocument/2006/relationships/image" Target="../media/image93.svg"/><Relationship Id="rId1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/>
          <p:cNvSpPr/>
          <p:nvPr/>
        </p:nvSpPr>
        <p:spPr>
          <a:xfrm>
            <a:off x="660194" y="2124009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: 圆角 43"/>
          <p:cNvSpPr/>
          <p:nvPr/>
        </p:nvSpPr>
        <p:spPr>
          <a:xfrm>
            <a:off x="4347817" y="2072779"/>
            <a:ext cx="2954215" cy="125284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660194" y="3834056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8" name="图形 4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0194" y="309748"/>
            <a:ext cx="720000" cy="720000"/>
          </a:xfrm>
          <a:prstGeom prst="rect">
            <a:avLst/>
          </a:prstGeom>
        </p:spPr>
      </p:pic>
      <p:pic>
        <p:nvPicPr>
          <p:cNvPr id="50" name="图形 4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2090" y="309748"/>
            <a:ext cx="720000" cy="720000"/>
          </a:xfrm>
          <a:prstGeom prst="rect">
            <a:avLst/>
          </a:prstGeom>
        </p:spPr>
      </p:pic>
      <p:pic>
        <p:nvPicPr>
          <p:cNvPr id="52" name="图形 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43986" y="309748"/>
            <a:ext cx="720000" cy="720000"/>
          </a:xfrm>
          <a:prstGeom prst="rect">
            <a:avLst/>
          </a:prstGeom>
        </p:spPr>
      </p:pic>
      <p:pic>
        <p:nvPicPr>
          <p:cNvPr id="54" name="图形 5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15882" y="309748"/>
            <a:ext cx="720000" cy="720000"/>
          </a:xfrm>
          <a:prstGeom prst="rect">
            <a:avLst/>
          </a:prstGeom>
        </p:spPr>
      </p:pic>
      <p:pic>
        <p:nvPicPr>
          <p:cNvPr id="56" name="图形 5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87778" y="309748"/>
            <a:ext cx="720000" cy="720000"/>
          </a:xfrm>
          <a:prstGeom prst="rect">
            <a:avLst/>
          </a:prstGeom>
        </p:spPr>
      </p:pic>
      <p:pic>
        <p:nvPicPr>
          <p:cNvPr id="58" name="图形 5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159674" y="309748"/>
            <a:ext cx="720000" cy="720000"/>
          </a:xfrm>
          <a:prstGeom prst="rect">
            <a:avLst/>
          </a:prstGeom>
        </p:spPr>
      </p:pic>
      <p:pic>
        <p:nvPicPr>
          <p:cNvPr id="60" name="图形 5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31570" y="309748"/>
            <a:ext cx="720000" cy="720000"/>
          </a:xfrm>
          <a:prstGeom prst="rect">
            <a:avLst/>
          </a:prstGeom>
        </p:spPr>
      </p:pic>
      <p:pic>
        <p:nvPicPr>
          <p:cNvPr id="62" name="图形 6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03466" y="309748"/>
            <a:ext cx="720000" cy="720000"/>
          </a:xfrm>
          <a:prstGeom prst="rect">
            <a:avLst/>
          </a:prstGeom>
        </p:spPr>
      </p:pic>
      <p:pic>
        <p:nvPicPr>
          <p:cNvPr id="64" name="图形 63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475362" y="309748"/>
            <a:ext cx="720000" cy="720000"/>
          </a:xfrm>
          <a:prstGeom prst="rect">
            <a:avLst/>
          </a:prstGeom>
        </p:spPr>
      </p:pic>
      <p:pic>
        <p:nvPicPr>
          <p:cNvPr id="66" name="图形 65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247258" y="309748"/>
            <a:ext cx="720000" cy="720000"/>
          </a:xfrm>
          <a:prstGeom prst="rect">
            <a:avLst/>
          </a:prstGeom>
        </p:spPr>
      </p:pic>
      <p:pic>
        <p:nvPicPr>
          <p:cNvPr id="68" name="图形 67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019154" y="309748"/>
            <a:ext cx="720000" cy="720000"/>
          </a:xfrm>
          <a:prstGeom prst="rect">
            <a:avLst/>
          </a:prstGeom>
        </p:spPr>
      </p:pic>
      <p:pic>
        <p:nvPicPr>
          <p:cNvPr id="70" name="图形 69"/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791050" y="309748"/>
            <a:ext cx="720000" cy="720000"/>
          </a:xfrm>
          <a:prstGeom prst="rect">
            <a:avLst/>
          </a:prstGeom>
        </p:spPr>
      </p:pic>
      <p:pic>
        <p:nvPicPr>
          <p:cNvPr id="72" name="图形 71"/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9562946" y="309748"/>
            <a:ext cx="720000" cy="720000"/>
          </a:xfrm>
          <a:prstGeom prst="rect">
            <a:avLst/>
          </a:prstGeom>
        </p:spPr>
      </p:pic>
      <p:pic>
        <p:nvPicPr>
          <p:cNvPr id="74" name="图形 73"/>
          <p:cNvPicPr>
            <a:picLocks noChangeAspect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0334842" y="309748"/>
            <a:ext cx="720000" cy="720000"/>
          </a:xfrm>
          <a:prstGeom prst="rect">
            <a:avLst/>
          </a:prstGeom>
        </p:spPr>
      </p:pic>
      <p:pic>
        <p:nvPicPr>
          <p:cNvPr id="76" name="图形 75"/>
          <p:cNvPicPr>
            <a:picLocks noChangeAspect="1"/>
          </p:cNvPicPr>
          <p:nvPr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11106740" y="309748"/>
            <a:ext cx="720000" cy="720000"/>
          </a:xfrm>
          <a:prstGeom prst="rect">
            <a:avLst/>
          </a:prstGeom>
        </p:spPr>
      </p:pic>
      <p:cxnSp>
        <p:nvCxnSpPr>
          <p:cNvPr id="77" name="直接连接符 76"/>
          <p:cNvCxnSpPr/>
          <p:nvPr/>
        </p:nvCxnSpPr>
        <p:spPr>
          <a:xfrm>
            <a:off x="8099953" y="2394446"/>
            <a:ext cx="1462993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/>
          <p:cNvCxnSpPr/>
          <p:nvPr/>
        </p:nvCxnSpPr>
        <p:spPr>
          <a:xfrm>
            <a:off x="8059553" y="2909864"/>
            <a:ext cx="1543792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" name="组合 80"/>
          <p:cNvGrpSpPr>
            <a:grpSpLocks noChangeAspect="1"/>
          </p:cNvGrpSpPr>
          <p:nvPr/>
        </p:nvGrpSpPr>
        <p:grpSpPr>
          <a:xfrm>
            <a:off x="417771" y="1203981"/>
            <a:ext cx="484845" cy="479028"/>
            <a:chOff x="4445000" y="739632"/>
            <a:chExt cx="375710" cy="371203"/>
          </a:xfrm>
        </p:grpSpPr>
        <p:sp>
          <p:nvSpPr>
            <p:cNvPr id="82" name="矩形: 圆角 81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: 圆角 82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矩形: 圆角 83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矩形: 圆角 84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87" name="图形 86"/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72090" y="1083495"/>
            <a:ext cx="720000" cy="720000"/>
          </a:xfrm>
          <a:prstGeom prst="rect">
            <a:avLst/>
          </a:prstGeom>
        </p:spPr>
      </p:pic>
      <p:pic>
        <p:nvPicPr>
          <p:cNvPr id="89" name="图形 88"/>
          <p:cNvPicPr>
            <a:picLocks noChangeAspect="1"/>
          </p:cNvPicPr>
          <p:nvPr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843986" y="1083495"/>
            <a:ext cx="720000" cy="720000"/>
          </a:xfrm>
          <a:prstGeom prst="rect">
            <a:avLst/>
          </a:prstGeom>
        </p:spPr>
      </p:pic>
      <p:pic>
        <p:nvPicPr>
          <p:cNvPr id="90" name="图片 27" descr="浏览器"/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2527687" y="995766"/>
            <a:ext cx="860091" cy="860091"/>
          </a:xfrm>
          <a:prstGeom prst="rect">
            <a:avLst/>
          </a:prstGeom>
        </p:spPr>
      </p:pic>
      <p:pic>
        <p:nvPicPr>
          <p:cNvPr id="95" name="图形 94"/>
          <p:cNvPicPr>
            <a:picLocks noChangeAspect="1"/>
          </p:cNvPicPr>
          <p:nvPr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431521" y="1113123"/>
            <a:ext cx="742734" cy="7427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496945" y="1630045"/>
            <a:ext cx="1927225" cy="3115310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244215" y="260731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Frontend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719830" y="430403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284605" y="3621405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972820" y="2562225"/>
            <a:ext cx="16992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Device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3" name="直接连接符 22"/>
          <p:cNvCxnSpPr/>
          <p:nvPr/>
        </p:nvCxnSpPr>
        <p:spPr>
          <a:xfrm flipV="1">
            <a:off x="2298450" y="2145176"/>
            <a:ext cx="1192530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2212090" y="2448706"/>
            <a:ext cx="1416050" cy="828040"/>
          </a:xfrm>
          <a:prstGeom prst="line">
            <a:avLst/>
          </a:prstGeom>
          <a:ln w="38100">
            <a:solidFill>
              <a:srgbClr val="01010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 rot="19860000">
            <a:off x="2557145" y="2499995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2207645" y="3725056"/>
            <a:ext cx="1414145" cy="30734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4479255" y="2976087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5888355" y="244348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erver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1" name="直接连接符 20"/>
          <p:cNvCxnSpPr/>
          <p:nvPr/>
        </p:nvCxnSpPr>
        <p:spPr>
          <a:xfrm>
            <a:off x="5528814" y="2188600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522464" y="411074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6027420" y="440680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PS-S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erver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" name="直接连接符 1"/>
          <p:cNvCxnSpPr/>
          <p:nvPr/>
        </p:nvCxnSpPr>
        <p:spPr>
          <a:xfrm flipV="1">
            <a:off x="7195689" y="3318900"/>
            <a:ext cx="778510" cy="791845"/>
          </a:xfrm>
          <a:prstGeom prst="line">
            <a:avLst/>
          </a:prstGeom>
          <a:ln w="1905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733659" y="3254765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8646795" y="325501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7974330" y="2764790"/>
            <a:ext cx="2907030" cy="1089660"/>
          </a:xfrm>
          <a:prstGeom prst="rect">
            <a:avLst/>
          </a:prstGeom>
          <a:noFill/>
          <a:ln w="1905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481195" y="3107690"/>
            <a:ext cx="709930" cy="3467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SDK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791925" y="2970450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形 6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6100" y="1749117"/>
            <a:ext cx="900000" cy="900000"/>
          </a:xfrm>
          <a:prstGeom prst="rect">
            <a:avLst/>
          </a:prstGeom>
        </p:spPr>
      </p:pic>
      <p:pic>
        <p:nvPicPr>
          <p:cNvPr id="32" name="图形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55842" y="2970613"/>
            <a:ext cx="720000" cy="720000"/>
          </a:xfrm>
          <a:prstGeom prst="rect">
            <a:avLst/>
          </a:prstGeom>
        </p:spPr>
      </p:pic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796030" y="19488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grpFill/>
            <a:ln w="5715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pic>
        <p:nvPicPr>
          <p:cNvPr id="33" name="图形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15250" y="3724946"/>
            <a:ext cx="720000" cy="720000"/>
          </a:xfrm>
          <a:prstGeom prst="rect">
            <a:avLst/>
          </a:prstGeom>
        </p:spPr>
      </p:pic>
      <p:pic>
        <p:nvPicPr>
          <p:cNvPr id="34" name="图形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33682" y="3763681"/>
            <a:ext cx="720000" cy="720000"/>
          </a:xfrm>
          <a:prstGeom prst="rect">
            <a:avLst/>
          </a:prstGeom>
        </p:spPr>
      </p:pic>
      <p:pic>
        <p:nvPicPr>
          <p:cNvPr id="36" name="图形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31777" y="1830334"/>
            <a:ext cx="720000" cy="720000"/>
          </a:xfrm>
          <a:prstGeom prst="rect">
            <a:avLst/>
          </a:prstGeom>
        </p:spPr>
      </p:pic>
      <p:pic>
        <p:nvPicPr>
          <p:cNvPr id="37" name="图形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096011" y="2901414"/>
            <a:ext cx="720000" cy="720000"/>
          </a:xfrm>
          <a:prstGeom prst="rect">
            <a:avLst/>
          </a:prstGeom>
        </p:spPr>
      </p:pic>
      <p:pic>
        <p:nvPicPr>
          <p:cNvPr id="38" name="图形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016886" y="2901414"/>
            <a:ext cx="720000" cy="720000"/>
          </a:xfrm>
          <a:prstGeom prst="rect">
            <a:avLst/>
          </a:prstGeom>
        </p:spPr>
      </p:pic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19860000">
            <a:off x="2434590" y="2704465"/>
            <a:ext cx="260985" cy="260985"/>
          </a:xfrm>
          <a:prstGeom prst="rect">
            <a:avLst/>
          </a:prstGeom>
        </p:spPr>
      </p:pic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841365" y="1884680"/>
            <a:ext cx="259200" cy="259200"/>
          </a:xfrm>
          <a:prstGeom prst="rect">
            <a:avLst/>
          </a:prstGeom>
        </p:spPr>
      </p:pic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149725" y="3162300"/>
            <a:ext cx="259200" cy="2592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 rot="780000">
            <a:off x="2460227" y="353815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 rot="780000">
            <a:off x="2292350" y="3455035"/>
            <a:ext cx="259200" cy="259200"/>
          </a:xfrm>
          <a:prstGeom prst="rect">
            <a:avLst/>
          </a:prstGeom>
        </p:spPr>
      </p:pic>
      <p:pic>
        <p:nvPicPr>
          <p:cNvPr id="43" name="图片 42" descr="序号5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835015" y="3788410"/>
            <a:ext cx="259200" cy="259200"/>
          </a:xfrm>
          <a:prstGeom prst="rect">
            <a:avLst/>
          </a:prstGeom>
        </p:spPr>
      </p:pic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274175" y="2944495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428105" y="3152775"/>
            <a:ext cx="259200" cy="259200"/>
          </a:xfrm>
          <a:prstGeom prst="rect">
            <a:avLst/>
          </a:prstGeom>
        </p:spPr>
      </p:pic>
      <p:pic>
        <p:nvPicPr>
          <p:cNvPr id="46" name="图片 27" descr="浏览器"/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4468851" y="1759743"/>
            <a:ext cx="860091" cy="860091"/>
          </a:xfrm>
          <a:prstGeom prst="rect">
            <a:avLst/>
          </a:prstGeom>
        </p:spPr>
      </p:pic>
      <p:cxnSp>
        <p:nvCxnSpPr>
          <p:cNvPr id="47" name="直接连接符 46"/>
          <p:cNvCxnSpPr/>
          <p:nvPr/>
        </p:nvCxnSpPr>
        <p:spPr>
          <a:xfrm>
            <a:off x="4476080" y="1829912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8" name="矩形 37"/>
          <p:cNvSpPr/>
          <p:nvPr/>
        </p:nvSpPr>
        <p:spPr>
          <a:xfrm>
            <a:off x="1624965" y="3774440"/>
            <a:ext cx="7439025" cy="1589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1617980" y="2262505"/>
            <a:ext cx="7439025" cy="12357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任意多边形 19"/>
          <p:cNvSpPr/>
          <p:nvPr/>
        </p:nvSpPr>
        <p:spPr>
          <a:xfrm>
            <a:off x="5167630" y="2712085"/>
            <a:ext cx="297327" cy="1379220"/>
          </a:xfrm>
          <a:custGeom>
            <a:avLst/>
            <a:gdLst>
              <a:gd name="connsiteX0" fmla="*/ 204 w 468"/>
              <a:gd name="connsiteY0" fmla="*/ 0 h 2172"/>
              <a:gd name="connsiteX1" fmla="*/ 462 w 468"/>
              <a:gd name="connsiteY1" fmla="*/ 566 h 2172"/>
              <a:gd name="connsiteX2" fmla="*/ 0 w 468"/>
              <a:gd name="connsiteY2" fmla="*/ 2172 h 2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8" h="2172">
                <a:moveTo>
                  <a:pt x="204" y="0"/>
                </a:moveTo>
                <a:cubicBezTo>
                  <a:pt x="312" y="95"/>
                  <a:pt x="397" y="296"/>
                  <a:pt x="462" y="566"/>
                </a:cubicBezTo>
                <a:cubicBezTo>
                  <a:pt x="528" y="837"/>
                  <a:pt x="49" y="2023"/>
                  <a:pt x="0" y="2172"/>
                </a:cubicBezTo>
              </a:path>
            </a:pathLst>
          </a:cu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2790190" y="15170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4A5F7E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1797685" y="199898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Merchant Application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33" name="图形 1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7485" y="1413546"/>
            <a:ext cx="720000" cy="7200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7147560" y="1993265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Payment Application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2943225" y="2381250"/>
            <a:ext cx="179705" cy="86233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8298815" y="2381250"/>
            <a:ext cx="180000" cy="864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5624195" y="3891600"/>
            <a:ext cx="179705" cy="1210310"/>
          </a:xfrm>
          <a:prstGeom prst="rect">
            <a:avLst/>
          </a:prstGeom>
          <a:solidFill>
            <a:srgbClr val="AC1F18"/>
          </a:solidFill>
          <a:ln>
            <a:solidFill>
              <a:srgbClr val="AC1F18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470400" y="2016125"/>
            <a:ext cx="2471420" cy="2508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Malicious Application 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3207385" y="2684780"/>
            <a:ext cx="2494800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3172225" y="2642870"/>
            <a:ext cx="476250" cy="323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S1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801745" y="2388870"/>
            <a:ext cx="384175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5" name="直接箭头连接符 14"/>
          <p:cNvCxnSpPr/>
          <p:nvPr/>
        </p:nvCxnSpPr>
        <p:spPr>
          <a:xfrm>
            <a:off x="3194050" y="4118610"/>
            <a:ext cx="2306955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/>
          <p:nvPr/>
        </p:nvCxnSpPr>
        <p:spPr>
          <a:xfrm flipV="1">
            <a:off x="3202940" y="444754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5500370" y="3141345"/>
            <a:ext cx="480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S2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171190" y="3775075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S3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190240" y="2687955"/>
            <a:ext cx="23831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Send payment request</a:t>
            </a:r>
            <a:endParaRPr lang="en-US" altLang="zh-CN" sz="14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328035" y="3835400"/>
            <a:ext cx="1804035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Order parameters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6" name="直接箭头连接符 15"/>
          <p:cNvCxnSpPr/>
          <p:nvPr/>
        </p:nvCxnSpPr>
        <p:spPr>
          <a:xfrm flipV="1">
            <a:off x="5895975" y="470408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5927725" y="4380230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S4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893435" y="4415790"/>
            <a:ext cx="2203450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Tampered request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3" name="组合 2"/>
          <p:cNvGrpSpPr>
            <a:grpSpLocks noChangeAspect="1"/>
          </p:cNvGrpSpPr>
          <p:nvPr/>
        </p:nvGrpSpPr>
        <p:grpSpPr>
          <a:xfrm>
            <a:off x="5476240" y="1515600"/>
            <a:ext cx="475615" cy="470535"/>
            <a:chOff x="4445000" y="739632"/>
            <a:chExt cx="375710" cy="371203"/>
          </a:xfrm>
          <a:solidFill>
            <a:srgbClr val="AC1F18"/>
          </a:solidFill>
        </p:grpSpPr>
        <p:sp>
          <p:nvSpPr>
            <p:cNvPr id="8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AC1F18"/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2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3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AC1F18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4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pic>
        <p:nvPicPr>
          <p:cNvPr id="27" name="图片 26" descr="恶魔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46775" y="1723390"/>
            <a:ext cx="318135" cy="318135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5784850" y="3181985"/>
            <a:ext cx="14306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Hijack Request</a:t>
            </a:r>
            <a:endParaRPr lang="en-US" altLang="zh-CN" sz="14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3202940" y="4458335"/>
            <a:ext cx="229806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solidFill>
                  <a:srgbClr val="FAA09C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5" name="直接箭头连接符 34"/>
          <p:cNvCxnSpPr/>
          <p:nvPr/>
        </p:nvCxnSpPr>
        <p:spPr>
          <a:xfrm>
            <a:off x="5563235" y="2684780"/>
            <a:ext cx="2646000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9" name="图片 8" descr="错误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71130" y="2555240"/>
            <a:ext cx="259715" cy="259715"/>
          </a:xfrm>
          <a:prstGeom prst="rect">
            <a:avLst/>
          </a:prstGeom>
        </p:spPr>
      </p:pic>
      <p:sp>
        <p:nvSpPr>
          <p:cNvPr id="36" name="矩形 35"/>
          <p:cNvSpPr/>
          <p:nvPr/>
        </p:nvSpPr>
        <p:spPr>
          <a:xfrm>
            <a:off x="1624965" y="2275840"/>
            <a:ext cx="1211580" cy="53911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Victim’s device</a:t>
            </a:r>
            <a:endParaRPr lang="en-US" altLang="zh-CN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2943225" y="3891915"/>
            <a:ext cx="179705" cy="120960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1624965" y="3774440"/>
            <a:ext cx="1211580" cy="53911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Attacker’s device</a:t>
            </a:r>
            <a:endParaRPr lang="en-US" altLang="zh-CN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8298000" y="3891915"/>
            <a:ext cx="180000" cy="12096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2" name="图片 41" descr="对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56525" y="4458335"/>
            <a:ext cx="353060" cy="3530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4" name="组合 13"/>
          <p:cNvGrpSpPr/>
          <p:nvPr/>
        </p:nvGrpSpPr>
        <p:grpSpPr>
          <a:xfrm>
            <a:off x="4953000" y="196850"/>
            <a:ext cx="5035550" cy="5035550"/>
            <a:chOff x="920" y="310"/>
            <a:chExt cx="7930" cy="7930"/>
          </a:xfrm>
        </p:grpSpPr>
        <p:pic>
          <p:nvPicPr>
            <p:cNvPr id="15" name="图片 14" descr="ef56901b-e67b-48c3-91cc-2ffb6efbef1e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20" y="310"/>
              <a:ext cx="7930" cy="7930"/>
            </a:xfrm>
            <a:prstGeom prst="rect">
              <a:avLst/>
            </a:prstGeom>
          </p:spPr>
        </p:pic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2"/>
            <a:srcRect l="-3754" t="-1049" r="-3228" b="-1375"/>
            <a:stretch>
              <a:fillRect/>
            </a:stretch>
          </p:blipFill>
          <p:spPr>
            <a:xfrm>
              <a:off x="3440" y="1324"/>
              <a:ext cx="2850" cy="5811"/>
            </a:xfrm>
            <a:prstGeom prst="roundRect">
              <a:avLst/>
            </a:prstGeom>
          </p:spPr>
        </p:pic>
      </p:grpSp>
      <p:pic>
        <p:nvPicPr>
          <p:cNvPr id="9" name="图片 8" descr="ef56901b-e67b-48c3-91cc-2ffb6efbef1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1800" y="196850"/>
            <a:ext cx="5035550" cy="5035550"/>
          </a:xfrm>
          <a:prstGeom prst="rect">
            <a:avLst/>
          </a:prstGeom>
        </p:spPr>
      </p:pic>
      <p:pic>
        <p:nvPicPr>
          <p:cNvPr id="10" name="图片 9" descr="D:/实验研究/论文研究/支付协议/支付协议/支付模型ppt/2.jpg2"/>
          <p:cNvPicPr>
            <a:picLocks noChangeAspect="1"/>
          </p:cNvPicPr>
          <p:nvPr/>
        </p:nvPicPr>
        <p:blipFill>
          <a:blip r:embed="rId3"/>
          <a:srcRect l="-2593" t="-2073" r="-2963" b="-1388"/>
          <a:stretch>
            <a:fillRect/>
          </a:stretch>
        </p:blipFill>
        <p:spPr>
          <a:xfrm>
            <a:off x="3308350" y="790575"/>
            <a:ext cx="1809750" cy="3740150"/>
          </a:xfrm>
          <a:prstGeom prst="roundRect">
            <a:avLst/>
          </a:prstGeom>
        </p:spPr>
      </p:pic>
      <p:pic>
        <p:nvPicPr>
          <p:cNvPr id="39" name="图片 38" descr="D:/实验研究/论文研究/支付协议/支付协议/支付模型ppt/序号1-01.svg序号1-01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23" b="23"/>
          <a:stretch>
            <a:fillRect/>
          </a:stretch>
        </p:blipFill>
        <p:spPr>
          <a:xfrm>
            <a:off x="5327650" y="1313815"/>
            <a:ext cx="360000" cy="360000"/>
          </a:xfrm>
          <a:prstGeom prst="rect">
            <a:avLst/>
          </a:prstGeom>
        </p:spPr>
      </p:pic>
      <p:pic>
        <p:nvPicPr>
          <p:cNvPr id="40" name="图片 39" descr="D:/实验研究/论文研究/支付协议/支付协议/支付模型ppt/序号2-01.svg序号2-01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23" b="23"/>
          <a:stretch>
            <a:fillRect/>
          </a:stretch>
        </p:blipFill>
        <p:spPr>
          <a:xfrm>
            <a:off x="8724265" y="1313815"/>
            <a:ext cx="360000" cy="36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172907" y="2249270"/>
            <a:ext cx="484845" cy="479028"/>
            <a:chOff x="4445000" y="739632"/>
            <a:chExt cx="375710" cy="371203"/>
          </a:xfrm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73" name="直接连接符 72"/>
          <p:cNvCxnSpPr/>
          <p:nvPr/>
        </p:nvCxnSpPr>
        <p:spPr>
          <a:xfrm>
            <a:off x="5372604" y="2817953"/>
            <a:ext cx="0" cy="611047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片 27" descr="浏览器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920086" y="2044223"/>
            <a:ext cx="860091" cy="860091"/>
          </a:xfrm>
          <a:prstGeom prst="rect">
            <a:avLst/>
          </a:prstGeom>
        </p:spPr>
      </p:pic>
      <p:cxnSp>
        <p:nvCxnSpPr>
          <p:cNvPr id="31" name="直接连接符 30"/>
          <p:cNvCxnSpPr/>
          <p:nvPr/>
        </p:nvCxnSpPr>
        <p:spPr>
          <a:xfrm>
            <a:off x="5393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340</Words>
  <Application>WPS 演示</Application>
  <PresentationFormat>宽屏</PresentationFormat>
  <Paragraphs>50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6" baseType="lpstr">
      <vt:lpstr>Arial</vt:lpstr>
      <vt:lpstr>宋体</vt:lpstr>
      <vt:lpstr>Wingdings</vt:lpstr>
      <vt:lpstr>Times New Roman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</dc:creator>
  <cp:lastModifiedBy>邓起仪</cp:lastModifiedBy>
  <cp:revision>39</cp:revision>
  <dcterms:created xsi:type="dcterms:W3CDTF">2023-08-09T12:44:00Z</dcterms:created>
  <dcterms:modified xsi:type="dcterms:W3CDTF">2026-01-20T12:06:32Z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ED6AFDE8E0B04ECF9244A40C7740298D_13</vt:lpwstr>
  </property>
</Properties>
</file>